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notesSlides/notesSlide3.xml" ContentType="application/vnd.openxmlformats-officedocument.presentationml.notesSlide+xml"/>
  <Override PartName="/ppt/tags/tag5.xml" ContentType="application/vnd.openxmlformats-officedocument.presentationml.tags+xml"/>
  <Override PartName="/ppt/notesSlides/notesSlide4.xml" ContentType="application/vnd.openxmlformats-officedocument.presentationml.notesSlide+xml"/>
  <Override PartName="/ppt/tags/tag6.xml" ContentType="application/vnd.openxmlformats-officedocument.presentationml.tags+xml"/>
  <Override PartName="/ppt/notesSlides/notesSlide5.xml" ContentType="application/vnd.openxmlformats-officedocument.presentationml.notesSlide+xml"/>
  <Override PartName="/ppt/tags/tag7.xml" ContentType="application/vnd.openxmlformats-officedocument.presentationml.tags+xml"/>
  <Override PartName="/ppt/notesSlides/notesSlide6.xml" ContentType="application/vnd.openxmlformats-officedocument.presentationml.notesSlide+xml"/>
  <Override PartName="/ppt/tags/tag8.xml" ContentType="application/vnd.openxmlformats-officedocument.presentationml.tags+xml"/>
  <Override PartName="/ppt/notesSlides/notesSlide7.xml" ContentType="application/vnd.openxmlformats-officedocument.presentationml.notesSlide+xml"/>
  <Override PartName="/ppt/tags/tag9.xml" ContentType="application/vnd.openxmlformats-officedocument.presentationml.tags+xml"/>
  <Override PartName="/ppt/notesSlides/notesSlide8.xml" ContentType="application/vnd.openxmlformats-officedocument.presentationml.notesSlide+xml"/>
  <Override PartName="/ppt/tags/tag10.xml" ContentType="application/vnd.openxmlformats-officedocument.presentationml.tags+xml"/>
  <Override PartName="/ppt/notesSlides/notesSlide9.xml" ContentType="application/vnd.openxmlformats-officedocument.presentationml.notesSlide+xml"/>
  <Override PartName="/ppt/tags/tag11.xml" ContentType="application/vnd.openxmlformats-officedocument.presentationml.tags+xml"/>
  <Override PartName="/ppt/notesSlides/notesSlide10.xml" ContentType="application/vnd.openxmlformats-officedocument.presentationml.notesSlide+xml"/>
  <Override PartName="/ppt/tags/tag12.xml" ContentType="application/vnd.openxmlformats-officedocument.presentationml.tags+xml"/>
  <Override PartName="/ppt/notesSlides/notesSlide11.xml" ContentType="application/vnd.openxmlformats-officedocument.presentationml.notesSlide+xml"/>
  <Override PartName="/ppt/tags/tag13.xml" ContentType="application/vnd.openxmlformats-officedocument.presentationml.tags+xml"/>
  <Override PartName="/ppt/notesSlides/notesSlide12.xml" ContentType="application/vnd.openxmlformats-officedocument.presentationml.notesSlide+xml"/>
  <Override PartName="/ppt/tags/tag14.xml" ContentType="application/vnd.openxmlformats-officedocument.presentationml.tags+xml"/>
  <Override PartName="/ppt/notesSlides/notesSlide13.xml" ContentType="application/vnd.openxmlformats-officedocument.presentationml.notesSlide+xml"/>
  <Override PartName="/ppt/tags/tag15.xml" ContentType="application/vnd.openxmlformats-officedocument.presentationml.tags+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4"/>
  </p:sldMasterIdLst>
  <p:notesMasterIdLst>
    <p:notesMasterId r:id="rId23"/>
  </p:notesMasterIdLst>
  <p:sldIdLst>
    <p:sldId id="256" r:id="rId5"/>
    <p:sldId id="257" r:id="rId6"/>
    <p:sldId id="258" r:id="rId7"/>
    <p:sldId id="259" r:id="rId8"/>
    <p:sldId id="260" r:id="rId9"/>
    <p:sldId id="261" r:id="rId10"/>
    <p:sldId id="262" r:id="rId11"/>
    <p:sldId id="263" r:id="rId12"/>
    <p:sldId id="270" r:id="rId13"/>
    <p:sldId id="271" r:id="rId14"/>
    <p:sldId id="272" r:id="rId15"/>
    <p:sldId id="273" r:id="rId16"/>
    <p:sldId id="264" r:id="rId17"/>
    <p:sldId id="265" r:id="rId18"/>
    <p:sldId id="266" r:id="rId19"/>
    <p:sldId id="267" r:id="rId20"/>
    <p:sldId id="268" r:id="rId21"/>
    <p:sldId id="269" r:id="rId22"/>
  </p:sldIdLst>
  <p:sldSz cx="12192000" cy="6858000"/>
  <p:notesSz cx="6858000" cy="9144000"/>
  <p:embeddedFontLst>
    <p:embeddedFont>
      <p:font typeface="Century Gothic" panose="020B0502020202020204" pitchFamily="34" charset="0"/>
      <p:regular r:id="rId24"/>
      <p:bold r:id="rId25"/>
      <p:italic r:id="rId26"/>
      <p:boldItalic r:id="rId27"/>
    </p:embeddedFont>
  </p:embeddedFontLst>
  <p:custDataLst>
    <p:tags r:id="rId28"/>
  </p:custData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9" roundtripDataSignature="AMtx7mhlYlCtF+airiOZksSy3UV5ad0gh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802198C4-3087-4945-87E3-76CBB3509B7E}">
  <a:tblStyle styleId="{802198C4-3087-4945-87E3-76CBB3509B7E}" styleName="Table_0">
    <a:wholeTbl>
      <a:tcTxStyle b="off" i="off">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9765"/>
    <p:restoredTop sz="94694"/>
  </p:normalViewPr>
  <p:slideViewPr>
    <p:cSldViewPr snapToGrid="0">
      <p:cViewPr>
        <p:scale>
          <a:sx n="132" d="100"/>
          <a:sy n="132" d="100"/>
        </p:scale>
        <p:origin x="-3320" y="144"/>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font" Target="fonts/font3.fntdata"/><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font" Target="fonts/font2.fntdata"/><Relationship Id="rId33"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customschemas.google.com/relationships/presentationmetadata" Target="metadata"/><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font" Target="fonts/font1.fntdata"/><Relationship Id="rId32"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notesMaster" Target="notesMasters/notesMaster1.xml"/><Relationship Id="rId28" Type="http://schemas.openxmlformats.org/officeDocument/2006/relationships/tags" Target="tags/tag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font" Target="fonts/font4.fntdata"/><Relationship Id="rId30" Type="http://schemas.openxmlformats.org/officeDocument/2006/relationships/presProps" Target="presProps.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extLst>
      <p:ext uri="{BB962C8B-B14F-4D97-AF65-F5344CB8AC3E}">
        <p14:creationId xmlns:p14="http://schemas.microsoft.com/office/powerpoint/2010/main" val="2639196537"/>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42" name="Google Shape;14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49" name="Google Shape;149;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7" name="Google Shape;157;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65" name="Google Shape;165;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72" name="Google Shape;172;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79" name="Google Shape;179;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p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86" name="Google Shape;186;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g9504e2950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3" name="Google Shape;193;g9504e29505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00" name="Google Shape;20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
        <p:cNvGrpSpPr/>
        <p:nvPr/>
      </p:nvGrpSpPr>
      <p:grpSpPr>
        <a:xfrm>
          <a:off x="0" y="0"/>
          <a:ext cx="0" cy="0"/>
          <a:chOff x="0" y="0"/>
          <a:chExt cx="0" cy="0"/>
        </a:xfrm>
      </p:grpSpPr>
      <p:sp>
        <p:nvSpPr>
          <p:cNvPr id="206" name="Google Shape;206;p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07" name="Google Shape;207;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p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14" name="Google Shape;214;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p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21" name="Google Shape;221;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p:cNvGrpSpPr/>
        <p:nvPr/>
      </p:nvGrpSpPr>
      <p:grpSpPr>
        <a:xfrm>
          <a:off x="0" y="0"/>
          <a:ext cx="0" cy="0"/>
          <a:chOff x="0" y="0"/>
          <a:chExt cx="0" cy="0"/>
        </a:xfrm>
      </p:grpSpPr>
      <p:sp>
        <p:nvSpPr>
          <p:cNvPr id="227" name="Google Shape;227;p1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28" name="Google Shape;228;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p1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35" name="Google Shape;235;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2"/>
        <p:cNvGrpSpPr/>
        <p:nvPr/>
      </p:nvGrpSpPr>
      <p:grpSpPr>
        <a:xfrm>
          <a:off x="0" y="0"/>
          <a:ext cx="0" cy="0"/>
          <a:chOff x="0" y="0"/>
          <a:chExt cx="0" cy="0"/>
        </a:xfrm>
      </p:grpSpPr>
      <p:pic>
        <p:nvPicPr>
          <p:cNvPr id="13" name="Google Shape;13;p16"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14" name="Google Shape;14;p16"/>
          <p:cNvSpPr txBox="1">
            <a:spLocks noGrp="1"/>
          </p:cNvSpPr>
          <p:nvPr>
            <p:ph type="ctrTitle"/>
          </p:nvPr>
        </p:nvSpPr>
        <p:spPr>
          <a:xfrm>
            <a:off x="1371600" y="1803405"/>
            <a:ext cx="9448800" cy="1825096"/>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6000"/>
              <a:buFont typeface="Century Gothic"/>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 name="Google Shape;15;p16"/>
          <p:cNvSpPr txBox="1">
            <a:spLocks noGrp="1"/>
          </p:cNvSpPr>
          <p:nvPr>
            <p:ph type="subTitle" idx="1"/>
          </p:nvPr>
        </p:nvSpPr>
        <p:spPr>
          <a:xfrm>
            <a:off x="1371600" y="3632201"/>
            <a:ext cx="9448800" cy="685800"/>
          </a:xfrm>
          <a:prstGeom prst="rect">
            <a:avLst/>
          </a:prstGeom>
          <a:noFill/>
          <a:ln>
            <a:noFill/>
          </a:ln>
        </p:spPr>
        <p:txBody>
          <a:bodyPr spcFirstLastPara="1" wrap="square" lIns="91425" tIns="45700" rIns="91425" bIns="45700" anchor="t" anchorCtr="0">
            <a:normAutofit/>
          </a:bodyPr>
          <a:lstStyle>
            <a:lvl1pPr lvl="0" algn="l">
              <a:lnSpc>
                <a:spcPct val="90000"/>
              </a:lnSpc>
              <a:spcBef>
                <a:spcPts val="1000"/>
              </a:spcBef>
              <a:spcAft>
                <a:spcPts val="0"/>
              </a:spcAft>
              <a:buClr>
                <a:schemeClr val="lt1"/>
              </a:buClr>
              <a:buSzPts val="2000"/>
              <a:buNone/>
              <a:defRPr sz="2000"/>
            </a:lvl1pPr>
            <a:lvl2pPr lvl="1" algn="ctr">
              <a:lnSpc>
                <a:spcPct val="90000"/>
              </a:lnSpc>
              <a:spcBef>
                <a:spcPts val="500"/>
              </a:spcBef>
              <a:spcAft>
                <a:spcPts val="0"/>
              </a:spcAft>
              <a:buClr>
                <a:schemeClr val="lt1"/>
              </a:buClr>
              <a:buSzPts val="2000"/>
              <a:buNone/>
              <a:defRPr sz="2000"/>
            </a:lvl2pPr>
            <a:lvl3pPr lvl="2" algn="ctr">
              <a:lnSpc>
                <a:spcPct val="90000"/>
              </a:lnSpc>
              <a:spcBef>
                <a:spcPts val="500"/>
              </a:spcBef>
              <a:spcAft>
                <a:spcPts val="0"/>
              </a:spcAft>
              <a:buClr>
                <a:schemeClr val="lt1"/>
              </a:buClr>
              <a:buSzPts val="1800"/>
              <a:buNone/>
              <a:defRPr sz="1800"/>
            </a:lvl3pPr>
            <a:lvl4pPr lvl="3" algn="ctr">
              <a:lnSpc>
                <a:spcPct val="90000"/>
              </a:lnSpc>
              <a:spcBef>
                <a:spcPts val="500"/>
              </a:spcBef>
              <a:spcAft>
                <a:spcPts val="0"/>
              </a:spcAft>
              <a:buClr>
                <a:schemeClr val="lt1"/>
              </a:buClr>
              <a:buSzPts val="1600"/>
              <a:buNone/>
              <a:defRPr sz="1600"/>
            </a:lvl4pPr>
            <a:lvl5pPr lvl="4" algn="ctr">
              <a:lnSpc>
                <a:spcPct val="90000"/>
              </a:lnSpc>
              <a:spcBef>
                <a:spcPts val="500"/>
              </a:spcBef>
              <a:spcAft>
                <a:spcPts val="0"/>
              </a:spcAft>
              <a:buClr>
                <a:schemeClr val="lt1"/>
              </a:buClr>
              <a:buSzPts val="1600"/>
              <a:buNone/>
              <a:defRPr sz="1600"/>
            </a:lvl5pPr>
            <a:lvl6pPr lvl="5" algn="ctr">
              <a:lnSpc>
                <a:spcPct val="90000"/>
              </a:lnSpc>
              <a:spcBef>
                <a:spcPts val="500"/>
              </a:spcBef>
              <a:spcAft>
                <a:spcPts val="0"/>
              </a:spcAft>
              <a:buClr>
                <a:schemeClr val="lt1"/>
              </a:buClr>
              <a:buSzPts val="1600"/>
              <a:buNone/>
              <a:defRPr sz="1600"/>
            </a:lvl6pPr>
            <a:lvl7pPr lvl="6" algn="ctr">
              <a:lnSpc>
                <a:spcPct val="90000"/>
              </a:lnSpc>
              <a:spcBef>
                <a:spcPts val="500"/>
              </a:spcBef>
              <a:spcAft>
                <a:spcPts val="0"/>
              </a:spcAft>
              <a:buClr>
                <a:schemeClr val="lt1"/>
              </a:buClr>
              <a:buSzPts val="1600"/>
              <a:buNone/>
              <a:defRPr sz="1600"/>
            </a:lvl7pPr>
            <a:lvl8pPr lvl="7" algn="ctr">
              <a:lnSpc>
                <a:spcPct val="90000"/>
              </a:lnSpc>
              <a:spcBef>
                <a:spcPts val="500"/>
              </a:spcBef>
              <a:spcAft>
                <a:spcPts val="0"/>
              </a:spcAft>
              <a:buClr>
                <a:schemeClr val="lt1"/>
              </a:buClr>
              <a:buSzPts val="1600"/>
              <a:buNone/>
              <a:defRPr sz="1600"/>
            </a:lvl8pPr>
            <a:lvl9pPr lvl="8" algn="ctr">
              <a:lnSpc>
                <a:spcPct val="90000"/>
              </a:lnSpc>
              <a:spcBef>
                <a:spcPts val="500"/>
              </a:spcBef>
              <a:spcAft>
                <a:spcPts val="0"/>
              </a:spcAft>
              <a:buClr>
                <a:schemeClr val="lt1"/>
              </a:buClr>
              <a:buSzPts val="1600"/>
              <a:buNone/>
              <a:defRPr sz="1600"/>
            </a:lvl9pPr>
          </a:lstStyle>
          <a:p>
            <a:endParaRPr/>
          </a:p>
        </p:txBody>
      </p:sp>
      <p:sp>
        <p:nvSpPr>
          <p:cNvPr id="16" name="Google Shape;16;p16"/>
          <p:cNvSpPr txBox="1">
            <a:spLocks noGrp="1"/>
          </p:cNvSpPr>
          <p:nvPr>
            <p:ph type="dt" idx="10"/>
          </p:nvPr>
        </p:nvSpPr>
        <p:spPr>
          <a:xfrm>
            <a:off x="7909561" y="4314328"/>
            <a:ext cx="2910840" cy="374642"/>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16"/>
          <p:cNvSpPr txBox="1">
            <a:spLocks noGrp="1"/>
          </p:cNvSpPr>
          <p:nvPr>
            <p:ph type="ftr" idx="11"/>
          </p:nvPr>
        </p:nvSpPr>
        <p:spPr>
          <a:xfrm>
            <a:off x="1371600" y="4323845"/>
            <a:ext cx="64008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16"/>
          <p:cNvSpPr txBox="1">
            <a:spLocks noGrp="1"/>
          </p:cNvSpPr>
          <p:nvPr>
            <p:ph type="sldNum" idx="12"/>
          </p:nvPr>
        </p:nvSpPr>
        <p:spPr>
          <a:xfrm>
            <a:off x="8077200" y="1430866"/>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
        <p:cNvGrpSpPr/>
        <p:nvPr/>
      </p:nvGrpSpPr>
      <p:grpSpPr>
        <a:xfrm>
          <a:off x="0" y="0"/>
          <a:ext cx="0" cy="0"/>
          <a:chOff x="0" y="0"/>
          <a:chExt cx="0" cy="0"/>
        </a:xfrm>
      </p:grpSpPr>
      <p:sp>
        <p:nvSpPr>
          <p:cNvPr id="20" name="Google Shape;20;p17"/>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17"/>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22" name="Google Shape;22;p17"/>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17"/>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17"/>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matchingName="Section Header" type="secHead">
  <p:cSld name="SECTION_HEADER">
    <p:spTree>
      <p:nvGrpSpPr>
        <p:cNvPr id="1" name="Shape 25"/>
        <p:cNvGrpSpPr/>
        <p:nvPr/>
      </p:nvGrpSpPr>
      <p:grpSpPr>
        <a:xfrm>
          <a:off x="0" y="0"/>
          <a:ext cx="0" cy="0"/>
          <a:chOff x="0" y="0"/>
          <a:chExt cx="0" cy="0"/>
        </a:xfrm>
      </p:grpSpPr>
      <p:pic>
        <p:nvPicPr>
          <p:cNvPr id="26" name="Google Shape;26;p18"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27" name="Google Shape;27;p18"/>
          <p:cNvSpPr txBox="1">
            <a:spLocks noGrp="1"/>
          </p:cNvSpPr>
          <p:nvPr>
            <p:ph type="title"/>
          </p:nvPr>
        </p:nvSpPr>
        <p:spPr>
          <a:xfrm>
            <a:off x="685800" y="753533"/>
            <a:ext cx="10820399" cy="2801935"/>
          </a:xfrm>
          <a:prstGeom prst="rect">
            <a:avLst/>
          </a:prstGeom>
          <a:noFill/>
          <a:ln>
            <a:noFill/>
          </a:ln>
        </p:spPr>
        <p:txBody>
          <a:bodyPr spcFirstLastPara="1" wrap="square" lIns="91425" tIns="45700" rIns="91425" bIns="45700" anchor="b" anchorCtr="0">
            <a:normAutofit/>
          </a:bodyPr>
          <a:lstStyle>
            <a:lvl1pPr lvl="0" algn="r">
              <a:lnSpc>
                <a:spcPct val="90000"/>
              </a:lnSpc>
              <a:spcBef>
                <a:spcPts val="0"/>
              </a:spcBef>
              <a:spcAft>
                <a:spcPts val="0"/>
              </a:spcAft>
              <a:buClr>
                <a:schemeClr val="lt1"/>
              </a:buClr>
              <a:buSzPts val="4000"/>
              <a:buFont typeface="Century Gothic"/>
              <a:buNone/>
              <a:defRPr sz="4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18"/>
          <p:cNvSpPr txBox="1">
            <a:spLocks noGrp="1"/>
          </p:cNvSpPr>
          <p:nvPr>
            <p:ph type="body" idx="1"/>
          </p:nvPr>
        </p:nvSpPr>
        <p:spPr>
          <a:xfrm>
            <a:off x="1024467" y="3641725"/>
            <a:ext cx="10490200" cy="955675"/>
          </a:xfrm>
          <a:prstGeom prst="rect">
            <a:avLst/>
          </a:prstGeom>
          <a:noFill/>
          <a:ln>
            <a:noFill/>
          </a:ln>
        </p:spPr>
        <p:txBody>
          <a:bodyPr spcFirstLastPara="1" wrap="square" lIns="91425" tIns="45700" rIns="91425" bIns="45700" anchor="t" anchorCtr="0">
            <a:normAutofit/>
          </a:bodyPr>
          <a:lstStyle>
            <a:lvl1pPr marL="457200" lvl="0" indent="-228600" algn="r">
              <a:lnSpc>
                <a:spcPct val="90000"/>
              </a:lnSpc>
              <a:spcBef>
                <a:spcPts val="1000"/>
              </a:spcBef>
              <a:spcAft>
                <a:spcPts val="0"/>
              </a:spcAft>
              <a:buClr>
                <a:schemeClr val="lt1"/>
              </a:buClr>
              <a:buSzPts val="2200"/>
              <a:buNone/>
              <a:defRPr sz="2200">
                <a:solidFill>
                  <a:schemeClr val="lt1"/>
                </a:solidFill>
              </a:defRPr>
            </a:lvl1pPr>
            <a:lvl2pPr marL="914400" lvl="1" indent="-228600" algn="l">
              <a:lnSpc>
                <a:spcPct val="90000"/>
              </a:lnSpc>
              <a:spcBef>
                <a:spcPts val="500"/>
              </a:spcBef>
              <a:spcAft>
                <a:spcPts val="0"/>
              </a:spcAft>
              <a:buClr>
                <a:schemeClr val="lt1"/>
              </a:buClr>
              <a:buSzPts val="2000"/>
              <a:buNone/>
              <a:defRPr sz="2000">
                <a:solidFill>
                  <a:schemeClr val="lt1"/>
                </a:solidFill>
              </a:defRPr>
            </a:lvl2pPr>
            <a:lvl3pPr marL="1371600" lvl="2" indent="-228600" algn="l">
              <a:lnSpc>
                <a:spcPct val="90000"/>
              </a:lnSpc>
              <a:spcBef>
                <a:spcPts val="500"/>
              </a:spcBef>
              <a:spcAft>
                <a:spcPts val="0"/>
              </a:spcAft>
              <a:buClr>
                <a:schemeClr val="lt1"/>
              </a:buClr>
              <a:buSzPts val="1800"/>
              <a:buNone/>
              <a:defRPr sz="1800">
                <a:solidFill>
                  <a:schemeClr val="lt1"/>
                </a:solidFill>
              </a:defRPr>
            </a:lvl3pPr>
            <a:lvl4pPr marL="1828800" lvl="3" indent="-228600" algn="l">
              <a:lnSpc>
                <a:spcPct val="90000"/>
              </a:lnSpc>
              <a:spcBef>
                <a:spcPts val="500"/>
              </a:spcBef>
              <a:spcAft>
                <a:spcPts val="0"/>
              </a:spcAft>
              <a:buClr>
                <a:schemeClr val="lt1"/>
              </a:buClr>
              <a:buSzPts val="1600"/>
              <a:buNone/>
              <a:defRPr sz="1600">
                <a:solidFill>
                  <a:schemeClr val="lt1"/>
                </a:solidFill>
              </a:defRPr>
            </a:lvl4pPr>
            <a:lvl5pPr marL="2286000" lvl="4" indent="-228600" algn="l">
              <a:lnSpc>
                <a:spcPct val="90000"/>
              </a:lnSpc>
              <a:spcBef>
                <a:spcPts val="500"/>
              </a:spcBef>
              <a:spcAft>
                <a:spcPts val="0"/>
              </a:spcAft>
              <a:buClr>
                <a:schemeClr val="lt1"/>
              </a:buClr>
              <a:buSzPts val="1600"/>
              <a:buNone/>
              <a:defRPr sz="1600">
                <a:solidFill>
                  <a:schemeClr val="lt1"/>
                </a:solidFill>
              </a:defRPr>
            </a:lvl5pPr>
            <a:lvl6pPr marL="2743200" lvl="5" indent="-228600" algn="l">
              <a:lnSpc>
                <a:spcPct val="90000"/>
              </a:lnSpc>
              <a:spcBef>
                <a:spcPts val="500"/>
              </a:spcBef>
              <a:spcAft>
                <a:spcPts val="0"/>
              </a:spcAft>
              <a:buClr>
                <a:schemeClr val="lt1"/>
              </a:buClr>
              <a:buSzPts val="1600"/>
              <a:buNone/>
              <a:defRPr sz="1600">
                <a:solidFill>
                  <a:schemeClr val="lt1"/>
                </a:solidFill>
              </a:defRPr>
            </a:lvl6pPr>
            <a:lvl7pPr marL="3200400" lvl="6" indent="-228600" algn="l">
              <a:lnSpc>
                <a:spcPct val="90000"/>
              </a:lnSpc>
              <a:spcBef>
                <a:spcPts val="500"/>
              </a:spcBef>
              <a:spcAft>
                <a:spcPts val="0"/>
              </a:spcAft>
              <a:buClr>
                <a:schemeClr val="lt1"/>
              </a:buClr>
              <a:buSzPts val="1600"/>
              <a:buNone/>
              <a:defRPr sz="1600">
                <a:solidFill>
                  <a:schemeClr val="lt1"/>
                </a:solidFill>
              </a:defRPr>
            </a:lvl7pPr>
            <a:lvl8pPr marL="3657600" lvl="7" indent="-228600" algn="l">
              <a:lnSpc>
                <a:spcPct val="90000"/>
              </a:lnSpc>
              <a:spcBef>
                <a:spcPts val="500"/>
              </a:spcBef>
              <a:spcAft>
                <a:spcPts val="0"/>
              </a:spcAft>
              <a:buClr>
                <a:schemeClr val="lt1"/>
              </a:buClr>
              <a:buSzPts val="1600"/>
              <a:buNone/>
              <a:defRPr sz="1600">
                <a:solidFill>
                  <a:schemeClr val="lt1"/>
                </a:solidFill>
              </a:defRPr>
            </a:lvl8pPr>
            <a:lvl9pPr marL="4114800" lvl="8" indent="-228600" algn="l">
              <a:lnSpc>
                <a:spcPct val="90000"/>
              </a:lnSpc>
              <a:spcBef>
                <a:spcPts val="500"/>
              </a:spcBef>
              <a:spcAft>
                <a:spcPts val="0"/>
              </a:spcAft>
              <a:buClr>
                <a:schemeClr val="lt1"/>
              </a:buClr>
              <a:buSzPts val="1600"/>
              <a:buNone/>
              <a:defRPr sz="1600">
                <a:solidFill>
                  <a:schemeClr val="lt1"/>
                </a:solidFill>
              </a:defRPr>
            </a:lvl9pPr>
          </a:lstStyle>
          <a:p>
            <a:endParaRPr/>
          </a:p>
        </p:txBody>
      </p:sp>
      <p:sp>
        <p:nvSpPr>
          <p:cNvPr id="29" name="Google Shape;29;p18"/>
          <p:cNvSpPr txBox="1">
            <a:spLocks noGrp="1"/>
          </p:cNvSpPr>
          <p:nvPr>
            <p:ph type="dt" idx="10"/>
          </p:nvPr>
        </p:nvSpPr>
        <p:spPr>
          <a:xfrm>
            <a:off x="7814452" y="38100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18"/>
          <p:cNvSpPr txBox="1">
            <a:spLocks noGrp="1"/>
          </p:cNvSpPr>
          <p:nvPr>
            <p:ph type="ftr" idx="11"/>
          </p:nvPr>
        </p:nvSpPr>
        <p:spPr>
          <a:xfrm>
            <a:off x="685800" y="381001"/>
            <a:ext cx="6991492" cy="36406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18"/>
          <p:cNvSpPr txBox="1">
            <a:spLocks noGrp="1"/>
          </p:cNvSpPr>
          <p:nvPr>
            <p:ph type="sldNum" idx="12"/>
          </p:nvPr>
        </p:nvSpPr>
        <p:spPr>
          <a:xfrm>
            <a:off x="10862452" y="381000"/>
            <a:ext cx="64374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2"/>
        <p:cNvGrpSpPr/>
        <p:nvPr/>
      </p:nvGrpSpPr>
      <p:grpSpPr>
        <a:xfrm>
          <a:off x="0" y="0"/>
          <a:ext cx="0" cy="0"/>
          <a:chOff x="0" y="0"/>
          <a:chExt cx="0" cy="0"/>
        </a:xfrm>
      </p:grpSpPr>
      <p:sp>
        <p:nvSpPr>
          <p:cNvPr id="33" name="Google Shape;33;p19"/>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 name="Google Shape;34;p19"/>
          <p:cNvSpPr txBox="1">
            <a:spLocks noGrp="1"/>
          </p:cNvSpPr>
          <p:nvPr>
            <p:ph type="body" idx="1"/>
          </p:nvPr>
        </p:nvSpPr>
        <p:spPr>
          <a:xfrm>
            <a:off x="685800" y="2194559"/>
            <a:ext cx="5334000" cy="4024125"/>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35" name="Google Shape;35;p19"/>
          <p:cNvSpPr txBox="1">
            <a:spLocks noGrp="1"/>
          </p:cNvSpPr>
          <p:nvPr>
            <p:ph type="body" idx="2"/>
          </p:nvPr>
        </p:nvSpPr>
        <p:spPr>
          <a:xfrm>
            <a:off x="6172200" y="2194559"/>
            <a:ext cx="5334000" cy="4024125"/>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36" name="Google Shape;36;p19"/>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19"/>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19"/>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9"/>
        <p:cNvGrpSpPr/>
        <p:nvPr/>
      </p:nvGrpSpPr>
      <p:grpSpPr>
        <a:xfrm>
          <a:off x="0" y="0"/>
          <a:ext cx="0" cy="0"/>
          <a:chOff x="0" y="0"/>
          <a:chExt cx="0" cy="0"/>
        </a:xfrm>
      </p:grpSpPr>
      <p:sp>
        <p:nvSpPr>
          <p:cNvPr id="40" name="Google Shape;40;p20"/>
          <p:cNvSpPr txBox="1">
            <a:spLocks noGrp="1"/>
          </p:cNvSpPr>
          <p:nvPr>
            <p:ph type="title"/>
          </p:nvPr>
        </p:nvSpPr>
        <p:spPr>
          <a:xfrm>
            <a:off x="2895600" y="762000"/>
            <a:ext cx="8610600" cy="12954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20"/>
          <p:cNvSpPr txBox="1">
            <a:spLocks noGrp="1"/>
          </p:cNvSpPr>
          <p:nvPr>
            <p:ph type="body" idx="1"/>
          </p:nvPr>
        </p:nvSpPr>
        <p:spPr>
          <a:xfrm>
            <a:off x="914409" y="2183802"/>
            <a:ext cx="5079991"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lt1"/>
              </a:buClr>
              <a:buSzPts val="2800"/>
              <a:buNone/>
              <a:defRPr sz="28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42" name="Google Shape;42;p20"/>
          <p:cNvSpPr txBox="1">
            <a:spLocks noGrp="1"/>
          </p:cNvSpPr>
          <p:nvPr>
            <p:ph type="body" idx="2"/>
          </p:nvPr>
        </p:nvSpPr>
        <p:spPr>
          <a:xfrm>
            <a:off x="685800" y="3132666"/>
            <a:ext cx="5311775" cy="3086019"/>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43" name="Google Shape;43;p20"/>
          <p:cNvSpPr txBox="1">
            <a:spLocks noGrp="1"/>
          </p:cNvSpPr>
          <p:nvPr>
            <p:ph type="body" idx="3"/>
          </p:nvPr>
        </p:nvSpPr>
        <p:spPr>
          <a:xfrm>
            <a:off x="6400800" y="2183802"/>
            <a:ext cx="5105400"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lt1"/>
              </a:buClr>
              <a:buSzPts val="2800"/>
              <a:buNone/>
              <a:defRPr sz="28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44" name="Google Shape;44;p20"/>
          <p:cNvSpPr txBox="1">
            <a:spLocks noGrp="1"/>
          </p:cNvSpPr>
          <p:nvPr>
            <p:ph type="body" idx="4"/>
          </p:nvPr>
        </p:nvSpPr>
        <p:spPr>
          <a:xfrm>
            <a:off x="6172200" y="3132666"/>
            <a:ext cx="5334000" cy="3086019"/>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45" name="Google Shape;45;p20"/>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6" name="Google Shape;46;p20"/>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20"/>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8"/>
        <p:cNvGrpSpPr/>
        <p:nvPr/>
      </p:nvGrpSpPr>
      <p:grpSpPr>
        <a:xfrm>
          <a:off x="0" y="0"/>
          <a:ext cx="0" cy="0"/>
          <a:chOff x="0" y="0"/>
          <a:chExt cx="0" cy="0"/>
        </a:xfrm>
      </p:grpSpPr>
      <p:sp>
        <p:nvSpPr>
          <p:cNvPr id="49" name="Google Shape;49;p21"/>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0" name="Google Shape;50;p21"/>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21"/>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21"/>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3"/>
        <p:cNvGrpSpPr/>
        <p:nvPr/>
      </p:nvGrpSpPr>
      <p:grpSpPr>
        <a:xfrm>
          <a:off x="0" y="0"/>
          <a:ext cx="0" cy="0"/>
          <a:chOff x="0" y="0"/>
          <a:chExt cx="0" cy="0"/>
        </a:xfrm>
      </p:grpSpPr>
      <p:sp>
        <p:nvSpPr>
          <p:cNvPr id="54" name="Google Shape;54;p22"/>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5" name="Google Shape;55;p22"/>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22"/>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7"/>
        <p:cNvGrpSpPr/>
        <p:nvPr/>
      </p:nvGrpSpPr>
      <p:grpSpPr>
        <a:xfrm>
          <a:off x="0" y="0"/>
          <a:ext cx="0" cy="0"/>
          <a:chOff x="0" y="0"/>
          <a:chExt cx="0" cy="0"/>
        </a:xfrm>
      </p:grpSpPr>
      <p:sp>
        <p:nvSpPr>
          <p:cNvPr id="58" name="Google Shape;58;p23"/>
          <p:cNvSpPr txBox="1">
            <a:spLocks noGrp="1"/>
          </p:cNvSpPr>
          <p:nvPr>
            <p:ph type="title"/>
          </p:nvPr>
        </p:nvSpPr>
        <p:spPr>
          <a:xfrm>
            <a:off x="685800" y="1524000"/>
            <a:ext cx="4114800"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23"/>
          <p:cNvSpPr txBox="1">
            <a:spLocks noGrp="1"/>
          </p:cNvSpPr>
          <p:nvPr>
            <p:ph type="body" idx="1"/>
          </p:nvPr>
        </p:nvSpPr>
        <p:spPr>
          <a:xfrm>
            <a:off x="4995582" y="746759"/>
            <a:ext cx="6510618" cy="5471925"/>
          </a:xfrm>
          <a:prstGeom prst="rect">
            <a:avLst/>
          </a:prstGeom>
          <a:noFill/>
          <a:ln>
            <a:noFill/>
          </a:ln>
        </p:spPr>
        <p:txBody>
          <a:bodyPr spcFirstLastPara="1" wrap="square" lIns="91425" tIns="45700" rIns="91425" bIns="45700" anchor="ctr"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60" name="Google Shape;60;p23"/>
          <p:cNvSpPr txBox="1">
            <a:spLocks noGrp="1"/>
          </p:cNvSpPr>
          <p:nvPr>
            <p:ph type="body" idx="2"/>
          </p:nvPr>
        </p:nvSpPr>
        <p:spPr>
          <a:xfrm>
            <a:off x="685800" y="3124199"/>
            <a:ext cx="4114800" cy="3094485"/>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61" name="Google Shape;61;p23"/>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23"/>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23"/>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4"/>
        <p:cNvGrpSpPr/>
        <p:nvPr/>
      </p:nvGrpSpPr>
      <p:grpSpPr>
        <a:xfrm>
          <a:off x="0" y="0"/>
          <a:ext cx="0" cy="0"/>
          <a:chOff x="0" y="0"/>
          <a:chExt cx="0" cy="0"/>
        </a:xfrm>
      </p:grpSpPr>
      <p:sp>
        <p:nvSpPr>
          <p:cNvPr id="65" name="Google Shape;65;p24"/>
          <p:cNvSpPr txBox="1">
            <a:spLocks noGrp="1"/>
          </p:cNvSpPr>
          <p:nvPr>
            <p:ph type="title"/>
          </p:nvPr>
        </p:nvSpPr>
        <p:spPr>
          <a:xfrm>
            <a:off x="685800" y="1524000"/>
            <a:ext cx="6873240"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24"/>
          <p:cNvSpPr>
            <a:spLocks noGrp="1"/>
          </p:cNvSpPr>
          <p:nvPr>
            <p:ph type="pic" idx="2"/>
          </p:nvPr>
        </p:nvSpPr>
        <p:spPr>
          <a:xfrm>
            <a:off x="7861238" y="751241"/>
            <a:ext cx="3644962" cy="5467443"/>
          </a:xfrm>
          <a:prstGeom prst="rect">
            <a:avLst/>
          </a:prstGeom>
          <a:noFill/>
          <a:ln>
            <a:noFill/>
          </a:ln>
        </p:spPr>
        <p:txBody>
          <a:bodyPr spcFirstLastPara="1" wrap="square" lIns="91425" tIns="45700" rIns="91425" bIns="45700" anchor="t" anchorCtr="0">
            <a:normAutofit/>
          </a:bodyPr>
          <a:lstStyle>
            <a:lvl1pPr marR="0" lvl="0" algn="l" rtl="0">
              <a:lnSpc>
                <a:spcPct val="90000"/>
              </a:lnSpc>
              <a:spcBef>
                <a:spcPts val="1000"/>
              </a:spcBef>
              <a:spcAft>
                <a:spcPts val="0"/>
              </a:spcAft>
              <a:buClr>
                <a:schemeClr val="lt1"/>
              </a:buClr>
              <a:buSzPts val="3200"/>
              <a:buFont typeface="Arial"/>
              <a:buNone/>
              <a:defRPr sz="3200" b="0" i="0" u="none" strike="noStrike" cap="none">
                <a:solidFill>
                  <a:schemeClr val="lt1"/>
                </a:solidFill>
                <a:latin typeface="Century Gothic"/>
                <a:ea typeface="Century Gothic"/>
                <a:cs typeface="Century Gothic"/>
                <a:sym typeface="Century Gothic"/>
              </a:defRPr>
            </a:lvl1pPr>
            <a:lvl2pPr marR="0" lvl="1" algn="l" rtl="0">
              <a:lnSpc>
                <a:spcPct val="90000"/>
              </a:lnSpc>
              <a:spcBef>
                <a:spcPts val="500"/>
              </a:spcBef>
              <a:spcAft>
                <a:spcPts val="0"/>
              </a:spcAft>
              <a:buClr>
                <a:schemeClr val="lt1"/>
              </a:buClr>
              <a:buSzPts val="2800"/>
              <a:buFont typeface="Arial"/>
              <a:buNone/>
              <a:defRPr sz="2800" b="0" i="0" u="none" strike="noStrike" cap="none">
                <a:solidFill>
                  <a:schemeClr val="lt1"/>
                </a:solidFill>
                <a:latin typeface="Century Gothic"/>
                <a:ea typeface="Century Gothic"/>
                <a:cs typeface="Century Gothic"/>
                <a:sym typeface="Century Gothic"/>
              </a:defRPr>
            </a:lvl2pPr>
            <a:lvl3pPr marR="0" lvl="2" algn="l" rtl="0">
              <a:lnSpc>
                <a:spcPct val="90000"/>
              </a:lnSpc>
              <a:spcBef>
                <a:spcPts val="500"/>
              </a:spcBef>
              <a:spcAft>
                <a:spcPts val="0"/>
              </a:spcAft>
              <a:buClr>
                <a:schemeClr val="lt1"/>
              </a:buClr>
              <a:buSzPts val="2400"/>
              <a:buFont typeface="Arial"/>
              <a:buNone/>
              <a:defRPr sz="2400" b="0" i="0" u="none" strike="noStrike" cap="none">
                <a:solidFill>
                  <a:schemeClr val="lt1"/>
                </a:solidFill>
                <a:latin typeface="Century Gothic"/>
                <a:ea typeface="Century Gothic"/>
                <a:cs typeface="Century Gothic"/>
                <a:sym typeface="Century Gothic"/>
              </a:defRPr>
            </a:lvl3pPr>
            <a:lvl4pPr marR="0" lvl="3"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4pPr>
            <a:lvl5pPr marR="0" lvl="4"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5pPr>
            <a:lvl6pPr marR="0" lvl="5"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6pPr>
            <a:lvl7pPr marR="0" lvl="6"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7pPr>
            <a:lvl8pPr marR="0" lvl="7"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8pPr>
            <a:lvl9pPr marR="0" lvl="8"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9pPr>
          </a:lstStyle>
          <a:p>
            <a:endParaRPr/>
          </a:p>
        </p:txBody>
      </p:sp>
      <p:sp>
        <p:nvSpPr>
          <p:cNvPr id="67" name="Google Shape;67;p24"/>
          <p:cNvSpPr txBox="1">
            <a:spLocks noGrp="1"/>
          </p:cNvSpPr>
          <p:nvPr>
            <p:ph type="body" idx="1"/>
          </p:nvPr>
        </p:nvSpPr>
        <p:spPr>
          <a:xfrm>
            <a:off x="685800" y="3124199"/>
            <a:ext cx="6873240" cy="3094485"/>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68" name="Google Shape;68;p24"/>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9" name="Google Shape;69;p24"/>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24"/>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anoramic Picture with Caption">
  <p:cSld name="Panoramic Picture with Caption">
    <p:spTree>
      <p:nvGrpSpPr>
        <p:cNvPr id="1" name="Shape 71"/>
        <p:cNvGrpSpPr/>
        <p:nvPr/>
      </p:nvGrpSpPr>
      <p:grpSpPr>
        <a:xfrm>
          <a:off x="0" y="0"/>
          <a:ext cx="0" cy="0"/>
          <a:chOff x="0" y="0"/>
          <a:chExt cx="0" cy="0"/>
        </a:xfrm>
      </p:grpSpPr>
      <p:sp>
        <p:nvSpPr>
          <p:cNvPr id="72" name="Google Shape;72;p25"/>
          <p:cNvSpPr txBox="1">
            <a:spLocks noGrp="1"/>
          </p:cNvSpPr>
          <p:nvPr>
            <p:ph type="title"/>
          </p:nvPr>
        </p:nvSpPr>
        <p:spPr>
          <a:xfrm>
            <a:off x="685777" y="4697360"/>
            <a:ext cx="10822034" cy="819355"/>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25"/>
          <p:cNvSpPr>
            <a:spLocks noGrp="1"/>
          </p:cNvSpPr>
          <p:nvPr>
            <p:ph type="pic" idx="2"/>
          </p:nvPr>
        </p:nvSpPr>
        <p:spPr>
          <a:xfrm>
            <a:off x="681727" y="941439"/>
            <a:ext cx="10821840" cy="3478161"/>
          </a:xfrm>
          <a:prstGeom prst="rect">
            <a:avLst/>
          </a:prstGeom>
          <a:noFill/>
          <a:ln>
            <a:noFill/>
          </a:ln>
        </p:spPr>
        <p:txBody>
          <a:bodyPr spcFirstLastPara="1" wrap="square" lIns="91425" tIns="45700" rIns="91425" bIns="45700" anchor="t" anchorCtr="0">
            <a:normAutofit/>
          </a:bodyPr>
          <a:lstStyle>
            <a:lvl1pPr marR="0" lvl="0" algn="l" rtl="0">
              <a:lnSpc>
                <a:spcPct val="90000"/>
              </a:lnSpc>
              <a:spcBef>
                <a:spcPts val="1000"/>
              </a:spcBef>
              <a:spcAft>
                <a:spcPts val="0"/>
              </a:spcAft>
              <a:buClr>
                <a:schemeClr val="lt1"/>
              </a:buClr>
              <a:buSzPts val="3200"/>
              <a:buFont typeface="Arial"/>
              <a:buNone/>
              <a:defRPr sz="3200" b="0" i="0" u="none" strike="noStrike" cap="none">
                <a:solidFill>
                  <a:schemeClr val="lt1"/>
                </a:solidFill>
                <a:latin typeface="Century Gothic"/>
                <a:ea typeface="Century Gothic"/>
                <a:cs typeface="Century Gothic"/>
                <a:sym typeface="Century Gothic"/>
              </a:defRPr>
            </a:lvl1pPr>
            <a:lvl2pPr marR="0" lvl="1" algn="l" rtl="0">
              <a:lnSpc>
                <a:spcPct val="90000"/>
              </a:lnSpc>
              <a:spcBef>
                <a:spcPts val="500"/>
              </a:spcBef>
              <a:spcAft>
                <a:spcPts val="0"/>
              </a:spcAft>
              <a:buClr>
                <a:schemeClr val="lt1"/>
              </a:buClr>
              <a:buSzPts val="2800"/>
              <a:buFont typeface="Arial"/>
              <a:buNone/>
              <a:defRPr sz="2800" b="0" i="0" u="none" strike="noStrike" cap="none">
                <a:solidFill>
                  <a:schemeClr val="lt1"/>
                </a:solidFill>
                <a:latin typeface="Century Gothic"/>
                <a:ea typeface="Century Gothic"/>
                <a:cs typeface="Century Gothic"/>
                <a:sym typeface="Century Gothic"/>
              </a:defRPr>
            </a:lvl2pPr>
            <a:lvl3pPr marR="0" lvl="2" algn="l" rtl="0">
              <a:lnSpc>
                <a:spcPct val="90000"/>
              </a:lnSpc>
              <a:spcBef>
                <a:spcPts val="500"/>
              </a:spcBef>
              <a:spcAft>
                <a:spcPts val="0"/>
              </a:spcAft>
              <a:buClr>
                <a:schemeClr val="lt1"/>
              </a:buClr>
              <a:buSzPts val="2400"/>
              <a:buFont typeface="Arial"/>
              <a:buNone/>
              <a:defRPr sz="2400" b="0" i="0" u="none" strike="noStrike" cap="none">
                <a:solidFill>
                  <a:schemeClr val="lt1"/>
                </a:solidFill>
                <a:latin typeface="Century Gothic"/>
                <a:ea typeface="Century Gothic"/>
                <a:cs typeface="Century Gothic"/>
                <a:sym typeface="Century Gothic"/>
              </a:defRPr>
            </a:lvl3pPr>
            <a:lvl4pPr marR="0" lvl="3"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4pPr>
            <a:lvl5pPr marR="0" lvl="4"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5pPr>
            <a:lvl6pPr marR="0" lvl="5"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6pPr>
            <a:lvl7pPr marR="0" lvl="6"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7pPr>
            <a:lvl8pPr marR="0" lvl="7"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8pPr>
            <a:lvl9pPr marR="0" lvl="8"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9pPr>
          </a:lstStyle>
          <a:p>
            <a:endParaRPr/>
          </a:p>
        </p:txBody>
      </p:sp>
      <p:sp>
        <p:nvSpPr>
          <p:cNvPr id="74" name="Google Shape;74;p25"/>
          <p:cNvSpPr txBox="1">
            <a:spLocks noGrp="1"/>
          </p:cNvSpPr>
          <p:nvPr>
            <p:ph type="body" idx="1"/>
          </p:nvPr>
        </p:nvSpPr>
        <p:spPr>
          <a:xfrm>
            <a:off x="685800" y="5516715"/>
            <a:ext cx="10820400" cy="701969"/>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75" name="Google Shape;75;p25"/>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25"/>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25"/>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matchingName="Title and Caption">
  <p:cSld name="Title and Caption">
    <p:spTree>
      <p:nvGrpSpPr>
        <p:cNvPr id="1" name="Shape 78"/>
        <p:cNvGrpSpPr/>
        <p:nvPr/>
      </p:nvGrpSpPr>
      <p:grpSpPr>
        <a:xfrm>
          <a:off x="0" y="0"/>
          <a:ext cx="0" cy="0"/>
          <a:chOff x="0" y="0"/>
          <a:chExt cx="0" cy="0"/>
        </a:xfrm>
      </p:grpSpPr>
      <p:pic>
        <p:nvPicPr>
          <p:cNvPr id="79" name="Google Shape;79;p26"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80" name="Google Shape;80;p26"/>
          <p:cNvSpPr txBox="1">
            <a:spLocks noGrp="1"/>
          </p:cNvSpPr>
          <p:nvPr>
            <p:ph type="title"/>
          </p:nvPr>
        </p:nvSpPr>
        <p:spPr>
          <a:xfrm>
            <a:off x="685800" y="753532"/>
            <a:ext cx="10820400" cy="2802467"/>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1" name="Google Shape;81;p26"/>
          <p:cNvSpPr txBox="1">
            <a:spLocks noGrp="1"/>
          </p:cNvSpPr>
          <p:nvPr>
            <p:ph type="body" idx="1"/>
          </p:nvPr>
        </p:nvSpPr>
        <p:spPr>
          <a:xfrm>
            <a:off x="1024467" y="3649133"/>
            <a:ext cx="10130516" cy="999067"/>
          </a:xfrm>
          <a:prstGeom prst="rect">
            <a:avLst/>
          </a:prstGeom>
          <a:noFill/>
          <a:ln>
            <a:noFill/>
          </a:ln>
        </p:spPr>
        <p:txBody>
          <a:bodyPr spcFirstLastPara="1" wrap="square" lIns="91425" tIns="45700" rIns="91425" bIns="45700" anchor="ctr"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82" name="Google Shape;82;p26"/>
          <p:cNvSpPr txBox="1">
            <a:spLocks noGrp="1"/>
          </p:cNvSpPr>
          <p:nvPr>
            <p:ph type="dt" idx="10"/>
          </p:nvPr>
        </p:nvSpPr>
        <p:spPr>
          <a:xfrm>
            <a:off x="7814452" y="38100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26"/>
          <p:cNvSpPr txBox="1">
            <a:spLocks noGrp="1"/>
          </p:cNvSpPr>
          <p:nvPr>
            <p:ph type="ftr" idx="11"/>
          </p:nvPr>
        </p:nvSpPr>
        <p:spPr>
          <a:xfrm>
            <a:off x="685800" y="379941"/>
            <a:ext cx="6991492"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4" name="Google Shape;84;p26"/>
          <p:cNvSpPr txBox="1">
            <a:spLocks noGrp="1"/>
          </p:cNvSpPr>
          <p:nvPr>
            <p:ph type="sldNum" idx="12"/>
          </p:nvPr>
        </p:nvSpPr>
        <p:spPr>
          <a:xfrm>
            <a:off x="10862452" y="381000"/>
            <a:ext cx="64374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matchingName="Quote with Caption">
  <p:cSld name="Quote with Caption">
    <p:spTree>
      <p:nvGrpSpPr>
        <p:cNvPr id="1" name="Shape 85"/>
        <p:cNvGrpSpPr/>
        <p:nvPr/>
      </p:nvGrpSpPr>
      <p:grpSpPr>
        <a:xfrm>
          <a:off x="0" y="0"/>
          <a:ext cx="0" cy="0"/>
          <a:chOff x="0" y="0"/>
          <a:chExt cx="0" cy="0"/>
        </a:xfrm>
      </p:grpSpPr>
      <p:pic>
        <p:nvPicPr>
          <p:cNvPr id="86" name="Google Shape;86;p27"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87" name="Google Shape;87;p27"/>
          <p:cNvSpPr txBox="1">
            <a:spLocks noGrp="1"/>
          </p:cNvSpPr>
          <p:nvPr>
            <p:ph type="title"/>
          </p:nvPr>
        </p:nvSpPr>
        <p:spPr>
          <a:xfrm>
            <a:off x="1024467" y="753533"/>
            <a:ext cx="10151533" cy="2604495"/>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8" name="Google Shape;88;p27"/>
          <p:cNvSpPr txBox="1">
            <a:spLocks noGrp="1"/>
          </p:cNvSpPr>
          <p:nvPr>
            <p:ph type="body" idx="1"/>
          </p:nvPr>
        </p:nvSpPr>
        <p:spPr>
          <a:xfrm>
            <a:off x="1303865" y="3365556"/>
            <a:ext cx="9592736" cy="44444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89" name="Google Shape;89;p27"/>
          <p:cNvSpPr txBox="1">
            <a:spLocks noGrp="1"/>
          </p:cNvSpPr>
          <p:nvPr>
            <p:ph type="body" idx="2"/>
          </p:nvPr>
        </p:nvSpPr>
        <p:spPr>
          <a:xfrm>
            <a:off x="1024467" y="3959862"/>
            <a:ext cx="10151533" cy="679871"/>
          </a:xfrm>
          <a:prstGeom prst="rect">
            <a:avLst/>
          </a:prstGeom>
          <a:noFill/>
          <a:ln>
            <a:noFill/>
          </a:ln>
        </p:spPr>
        <p:txBody>
          <a:bodyPr spcFirstLastPara="1" wrap="square" lIns="91425" tIns="45700" rIns="91425" bIns="45700" anchor="ctr"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90" name="Google Shape;90;p27"/>
          <p:cNvSpPr txBox="1">
            <a:spLocks noGrp="1"/>
          </p:cNvSpPr>
          <p:nvPr>
            <p:ph type="dt" idx="10"/>
          </p:nvPr>
        </p:nvSpPr>
        <p:spPr>
          <a:xfrm>
            <a:off x="7814452" y="38100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1" name="Google Shape;91;p27"/>
          <p:cNvSpPr txBox="1">
            <a:spLocks noGrp="1"/>
          </p:cNvSpPr>
          <p:nvPr>
            <p:ph type="ftr" idx="11"/>
          </p:nvPr>
        </p:nvSpPr>
        <p:spPr>
          <a:xfrm>
            <a:off x="685800" y="379941"/>
            <a:ext cx="6991492"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2" name="Google Shape;92;p27"/>
          <p:cNvSpPr txBox="1">
            <a:spLocks noGrp="1"/>
          </p:cNvSpPr>
          <p:nvPr>
            <p:ph type="sldNum" idx="12"/>
          </p:nvPr>
        </p:nvSpPr>
        <p:spPr>
          <a:xfrm>
            <a:off x="10862452" y="381000"/>
            <a:ext cx="64374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
        <p:nvSpPr>
          <p:cNvPr id="93" name="Google Shape;93;p27"/>
          <p:cNvSpPr txBox="1"/>
          <p:nvPr/>
        </p:nvSpPr>
        <p:spPr>
          <a:xfrm>
            <a:off x="476250" y="933450"/>
            <a:ext cx="609600" cy="584776"/>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lt1"/>
              </a:buClr>
              <a:buSzPts val="8000"/>
              <a:buFont typeface="Century Gothic"/>
              <a:buNone/>
            </a:pPr>
            <a:r>
              <a:rPr lang="en-US" sz="8000" b="0" i="0" u="none" strike="noStrike" cap="none">
                <a:solidFill>
                  <a:schemeClr val="lt1"/>
                </a:solidFill>
                <a:latin typeface="Century Gothic"/>
                <a:ea typeface="Century Gothic"/>
                <a:cs typeface="Century Gothic"/>
                <a:sym typeface="Century Gothic"/>
              </a:rPr>
              <a:t>“</a:t>
            </a:r>
            <a:endParaRPr sz="1400" b="0" i="0" u="none" strike="noStrike" cap="none">
              <a:solidFill>
                <a:srgbClr val="000000"/>
              </a:solidFill>
              <a:latin typeface="Arial"/>
              <a:ea typeface="Arial"/>
              <a:cs typeface="Arial"/>
              <a:sym typeface="Arial"/>
            </a:endParaRPr>
          </a:p>
        </p:txBody>
      </p:sp>
      <p:sp>
        <p:nvSpPr>
          <p:cNvPr id="94" name="Google Shape;94;p27"/>
          <p:cNvSpPr txBox="1"/>
          <p:nvPr/>
        </p:nvSpPr>
        <p:spPr>
          <a:xfrm>
            <a:off x="10984230" y="2701290"/>
            <a:ext cx="609600" cy="584776"/>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chemeClr val="lt1"/>
              </a:buClr>
              <a:buSzPts val="8000"/>
              <a:buFont typeface="Century Gothic"/>
              <a:buNone/>
            </a:pPr>
            <a:r>
              <a:rPr lang="en-US" sz="8000" b="0" i="0" u="none" strike="noStrike" cap="none">
                <a:solidFill>
                  <a:schemeClr val="lt1"/>
                </a:solidFill>
                <a:latin typeface="Century Gothic"/>
                <a:ea typeface="Century Gothic"/>
                <a:cs typeface="Century Gothic"/>
                <a:sym typeface="Century Gothic"/>
              </a:rPr>
              <a:t>”</a:t>
            </a:r>
            <a:endParaRPr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matchingName="Name Card">
  <p:cSld name="Name Card">
    <p:spTree>
      <p:nvGrpSpPr>
        <p:cNvPr id="1" name="Shape 95"/>
        <p:cNvGrpSpPr/>
        <p:nvPr/>
      </p:nvGrpSpPr>
      <p:grpSpPr>
        <a:xfrm>
          <a:off x="0" y="0"/>
          <a:ext cx="0" cy="0"/>
          <a:chOff x="0" y="0"/>
          <a:chExt cx="0" cy="0"/>
        </a:xfrm>
      </p:grpSpPr>
      <p:pic>
        <p:nvPicPr>
          <p:cNvPr id="96" name="Google Shape;96;p28"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97" name="Google Shape;97;p28"/>
          <p:cNvSpPr txBox="1">
            <a:spLocks noGrp="1"/>
          </p:cNvSpPr>
          <p:nvPr>
            <p:ph type="title"/>
          </p:nvPr>
        </p:nvSpPr>
        <p:spPr>
          <a:xfrm>
            <a:off x="1024495" y="1124701"/>
            <a:ext cx="10146186" cy="2511835"/>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8" name="Google Shape;98;p28"/>
          <p:cNvSpPr txBox="1">
            <a:spLocks noGrp="1"/>
          </p:cNvSpPr>
          <p:nvPr>
            <p:ph type="body" idx="1"/>
          </p:nvPr>
        </p:nvSpPr>
        <p:spPr>
          <a:xfrm>
            <a:off x="1024467" y="3648315"/>
            <a:ext cx="10144654" cy="999885"/>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99" name="Google Shape;99;p28"/>
          <p:cNvSpPr txBox="1">
            <a:spLocks noGrp="1"/>
          </p:cNvSpPr>
          <p:nvPr>
            <p:ph type="dt" idx="10"/>
          </p:nvPr>
        </p:nvSpPr>
        <p:spPr>
          <a:xfrm>
            <a:off x="7814452" y="378883"/>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0" name="Google Shape;100;p28"/>
          <p:cNvSpPr txBox="1">
            <a:spLocks noGrp="1"/>
          </p:cNvSpPr>
          <p:nvPr>
            <p:ph type="ftr" idx="11"/>
          </p:nvPr>
        </p:nvSpPr>
        <p:spPr>
          <a:xfrm>
            <a:off x="685800" y="378883"/>
            <a:ext cx="6991492"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1" name="Google Shape;101;p28"/>
          <p:cNvSpPr txBox="1">
            <a:spLocks noGrp="1"/>
          </p:cNvSpPr>
          <p:nvPr>
            <p:ph type="sldNum" idx="12"/>
          </p:nvPr>
        </p:nvSpPr>
        <p:spPr>
          <a:xfrm>
            <a:off x="10862452" y="381000"/>
            <a:ext cx="64374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3 Column">
  <p:cSld name="3 Column">
    <p:spTree>
      <p:nvGrpSpPr>
        <p:cNvPr id="1" name="Shape 102"/>
        <p:cNvGrpSpPr/>
        <p:nvPr/>
      </p:nvGrpSpPr>
      <p:grpSpPr>
        <a:xfrm>
          <a:off x="0" y="0"/>
          <a:ext cx="0" cy="0"/>
          <a:chOff x="0" y="0"/>
          <a:chExt cx="0" cy="0"/>
        </a:xfrm>
      </p:grpSpPr>
      <p:sp>
        <p:nvSpPr>
          <p:cNvPr id="103" name="Google Shape;103;p29"/>
          <p:cNvSpPr txBox="1">
            <a:spLocks noGrp="1"/>
          </p:cNvSpPr>
          <p:nvPr>
            <p:ph type="title"/>
          </p:nvPr>
        </p:nvSpPr>
        <p:spPr>
          <a:xfrm>
            <a:off x="2895600" y="761999"/>
            <a:ext cx="8610599" cy="1303867"/>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4" name="Google Shape;104;p29"/>
          <p:cNvSpPr txBox="1">
            <a:spLocks noGrp="1"/>
          </p:cNvSpPr>
          <p:nvPr>
            <p:ph type="body" idx="1"/>
          </p:nvPr>
        </p:nvSpPr>
        <p:spPr>
          <a:xfrm>
            <a:off x="685800" y="2202080"/>
            <a:ext cx="3456432" cy="617320"/>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05" name="Google Shape;105;p29"/>
          <p:cNvSpPr txBox="1">
            <a:spLocks noGrp="1"/>
          </p:cNvSpPr>
          <p:nvPr>
            <p:ph type="body" idx="2"/>
          </p:nvPr>
        </p:nvSpPr>
        <p:spPr>
          <a:xfrm>
            <a:off x="685799" y="2904565"/>
            <a:ext cx="3456432" cy="3314132"/>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06" name="Google Shape;106;p29"/>
          <p:cNvSpPr txBox="1">
            <a:spLocks noGrp="1"/>
          </p:cNvSpPr>
          <p:nvPr>
            <p:ph type="body" idx="3"/>
          </p:nvPr>
        </p:nvSpPr>
        <p:spPr>
          <a:xfrm>
            <a:off x="4368800" y="2201333"/>
            <a:ext cx="3456432" cy="626534"/>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07" name="Google Shape;107;p29"/>
          <p:cNvSpPr txBox="1">
            <a:spLocks noGrp="1"/>
          </p:cNvSpPr>
          <p:nvPr>
            <p:ph type="body" idx="4"/>
          </p:nvPr>
        </p:nvSpPr>
        <p:spPr>
          <a:xfrm>
            <a:off x="4366858" y="2904067"/>
            <a:ext cx="3456432" cy="331461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08" name="Google Shape;108;p29"/>
          <p:cNvSpPr txBox="1">
            <a:spLocks noGrp="1"/>
          </p:cNvSpPr>
          <p:nvPr>
            <p:ph type="body" idx="5"/>
          </p:nvPr>
        </p:nvSpPr>
        <p:spPr>
          <a:xfrm>
            <a:off x="8051800" y="2192866"/>
            <a:ext cx="3456432" cy="626534"/>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09" name="Google Shape;109;p29"/>
          <p:cNvSpPr txBox="1">
            <a:spLocks noGrp="1"/>
          </p:cNvSpPr>
          <p:nvPr>
            <p:ph type="body" idx="6"/>
          </p:nvPr>
        </p:nvSpPr>
        <p:spPr>
          <a:xfrm>
            <a:off x="8051801" y="2904565"/>
            <a:ext cx="3456432" cy="3314132"/>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10" name="Google Shape;110;p29"/>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1" name="Google Shape;111;p29"/>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2" name="Google Shape;112;p29"/>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3 Picture Column">
  <p:cSld name="3 Picture Column">
    <p:spTree>
      <p:nvGrpSpPr>
        <p:cNvPr id="1" name="Shape 113"/>
        <p:cNvGrpSpPr/>
        <p:nvPr/>
      </p:nvGrpSpPr>
      <p:grpSpPr>
        <a:xfrm>
          <a:off x="0" y="0"/>
          <a:ext cx="0" cy="0"/>
          <a:chOff x="0" y="0"/>
          <a:chExt cx="0" cy="0"/>
        </a:xfrm>
      </p:grpSpPr>
      <p:sp>
        <p:nvSpPr>
          <p:cNvPr id="114" name="Google Shape;114;p30"/>
          <p:cNvSpPr txBox="1">
            <a:spLocks noGrp="1"/>
          </p:cNvSpPr>
          <p:nvPr>
            <p:ph type="title"/>
          </p:nvPr>
        </p:nvSpPr>
        <p:spPr>
          <a:xfrm>
            <a:off x="2895600" y="762000"/>
            <a:ext cx="8610599" cy="12954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5" name="Google Shape;115;p30"/>
          <p:cNvSpPr txBox="1">
            <a:spLocks noGrp="1"/>
          </p:cNvSpPr>
          <p:nvPr>
            <p:ph type="body" idx="1"/>
          </p:nvPr>
        </p:nvSpPr>
        <p:spPr>
          <a:xfrm>
            <a:off x="688618" y="4191000"/>
            <a:ext cx="3451582" cy="682765"/>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16" name="Google Shape;116;p30"/>
          <p:cNvSpPr>
            <a:spLocks noGrp="1"/>
          </p:cNvSpPr>
          <p:nvPr>
            <p:ph type="pic" idx="2"/>
          </p:nvPr>
        </p:nvSpPr>
        <p:spPr>
          <a:xfrm>
            <a:off x="688618" y="2362200"/>
            <a:ext cx="3451582" cy="1524000"/>
          </a:xfrm>
          <a:prstGeom prst="roundRect">
            <a:avLst>
              <a:gd name="adj" fmla="val 0"/>
            </a:avLst>
          </a:prstGeom>
          <a:noFill/>
          <a:ln>
            <a:noFill/>
          </a:ln>
          <a:effectLst>
            <a:outerShdw blurRad="50800" dist="50800" dir="5400000" algn="tl" rotWithShape="0">
              <a:srgbClr val="000000">
                <a:alpha val="41960"/>
              </a:srgbClr>
            </a:outerShdw>
          </a:effectLst>
        </p:spPr>
        <p:txBody>
          <a:bodyPr spcFirstLastPara="1" wrap="square" lIns="91425" tIns="45700" rIns="91425" bIns="45700" anchor="t" anchorCtr="0">
            <a:normAutofit/>
          </a:bodyPr>
          <a:lstStyle>
            <a:lvl1pPr marR="0" lvl="0" algn="ctr" rtl="0">
              <a:lnSpc>
                <a:spcPct val="90000"/>
              </a:lnSpc>
              <a:spcBef>
                <a:spcPts val="10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1pPr>
            <a:lvl2pPr marR="0" lvl="1"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2pPr>
            <a:lvl3pPr marR="0" lvl="2"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3pPr>
            <a:lvl4pPr marR="0" lvl="3"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4pPr>
            <a:lvl5pPr marR="0" lvl="4"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5pPr>
            <a:lvl6pPr marR="0" lvl="5"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6pPr>
            <a:lvl7pPr marR="0" lvl="6"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7pPr>
            <a:lvl8pPr marR="0" lvl="7"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8pPr>
            <a:lvl9pPr marR="0" lvl="8"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9pPr>
          </a:lstStyle>
          <a:p>
            <a:endParaRPr/>
          </a:p>
        </p:txBody>
      </p:sp>
      <p:sp>
        <p:nvSpPr>
          <p:cNvPr id="117" name="Google Shape;117;p30"/>
          <p:cNvSpPr txBox="1">
            <a:spLocks noGrp="1"/>
          </p:cNvSpPr>
          <p:nvPr>
            <p:ph type="body" idx="3"/>
          </p:nvPr>
        </p:nvSpPr>
        <p:spPr>
          <a:xfrm>
            <a:off x="688618" y="4873764"/>
            <a:ext cx="3451582" cy="1344921"/>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18" name="Google Shape;118;p30"/>
          <p:cNvSpPr txBox="1">
            <a:spLocks noGrp="1"/>
          </p:cNvSpPr>
          <p:nvPr>
            <p:ph type="body" idx="4"/>
          </p:nvPr>
        </p:nvSpPr>
        <p:spPr>
          <a:xfrm>
            <a:off x="4374263" y="4191000"/>
            <a:ext cx="3448935" cy="682765"/>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19" name="Google Shape;119;p30"/>
          <p:cNvSpPr>
            <a:spLocks noGrp="1"/>
          </p:cNvSpPr>
          <p:nvPr>
            <p:ph type="pic" idx="5"/>
          </p:nvPr>
        </p:nvSpPr>
        <p:spPr>
          <a:xfrm>
            <a:off x="4374263" y="2362200"/>
            <a:ext cx="3448936" cy="1524000"/>
          </a:xfrm>
          <a:prstGeom prst="roundRect">
            <a:avLst>
              <a:gd name="adj" fmla="val 0"/>
            </a:avLst>
          </a:prstGeom>
          <a:noFill/>
          <a:ln>
            <a:noFill/>
          </a:ln>
          <a:effectLst>
            <a:outerShdw blurRad="50800" dist="50800" dir="5400000" algn="tl" rotWithShape="0">
              <a:srgbClr val="000000">
                <a:alpha val="41960"/>
              </a:srgbClr>
            </a:outerShdw>
          </a:effectLst>
        </p:spPr>
        <p:txBody>
          <a:bodyPr spcFirstLastPara="1" wrap="square" lIns="91425" tIns="45700" rIns="91425" bIns="45700" anchor="t" anchorCtr="0">
            <a:normAutofit/>
          </a:bodyPr>
          <a:lstStyle>
            <a:lvl1pPr marR="0" lvl="0" algn="ctr" rtl="0">
              <a:lnSpc>
                <a:spcPct val="90000"/>
              </a:lnSpc>
              <a:spcBef>
                <a:spcPts val="10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1pPr>
            <a:lvl2pPr marR="0" lvl="1"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2pPr>
            <a:lvl3pPr marR="0" lvl="2"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3pPr>
            <a:lvl4pPr marR="0" lvl="3"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4pPr>
            <a:lvl5pPr marR="0" lvl="4"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5pPr>
            <a:lvl6pPr marR="0" lvl="5"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6pPr>
            <a:lvl7pPr marR="0" lvl="6"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7pPr>
            <a:lvl8pPr marR="0" lvl="7"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8pPr>
            <a:lvl9pPr marR="0" lvl="8"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9pPr>
          </a:lstStyle>
          <a:p>
            <a:endParaRPr/>
          </a:p>
        </p:txBody>
      </p:sp>
      <p:sp>
        <p:nvSpPr>
          <p:cNvPr id="120" name="Google Shape;120;p30"/>
          <p:cNvSpPr txBox="1">
            <a:spLocks noGrp="1"/>
          </p:cNvSpPr>
          <p:nvPr>
            <p:ph type="body" idx="6"/>
          </p:nvPr>
        </p:nvSpPr>
        <p:spPr>
          <a:xfrm>
            <a:off x="4374264" y="4873763"/>
            <a:ext cx="3448935" cy="1344921"/>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21" name="Google Shape;121;p30"/>
          <p:cNvSpPr txBox="1">
            <a:spLocks noGrp="1"/>
          </p:cNvSpPr>
          <p:nvPr>
            <p:ph type="body" idx="7"/>
          </p:nvPr>
        </p:nvSpPr>
        <p:spPr>
          <a:xfrm>
            <a:off x="8049731" y="4191000"/>
            <a:ext cx="3456469" cy="682765"/>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22" name="Google Shape;122;p30"/>
          <p:cNvSpPr>
            <a:spLocks noGrp="1"/>
          </p:cNvSpPr>
          <p:nvPr>
            <p:ph type="pic" idx="8"/>
          </p:nvPr>
        </p:nvSpPr>
        <p:spPr>
          <a:xfrm>
            <a:off x="8049855" y="2362200"/>
            <a:ext cx="3447878" cy="1524000"/>
          </a:xfrm>
          <a:prstGeom prst="roundRect">
            <a:avLst>
              <a:gd name="adj" fmla="val 0"/>
            </a:avLst>
          </a:prstGeom>
          <a:noFill/>
          <a:ln>
            <a:noFill/>
          </a:ln>
          <a:effectLst>
            <a:outerShdw blurRad="50800" dist="50800" dir="5400000" algn="tl" rotWithShape="0">
              <a:srgbClr val="000000">
                <a:alpha val="41960"/>
              </a:srgbClr>
            </a:outerShdw>
          </a:effectLst>
        </p:spPr>
        <p:txBody>
          <a:bodyPr spcFirstLastPara="1" wrap="square" lIns="91425" tIns="45700" rIns="91425" bIns="45700" anchor="t" anchorCtr="0">
            <a:normAutofit/>
          </a:bodyPr>
          <a:lstStyle>
            <a:lvl1pPr marR="0" lvl="0" algn="ctr" rtl="0">
              <a:lnSpc>
                <a:spcPct val="90000"/>
              </a:lnSpc>
              <a:spcBef>
                <a:spcPts val="10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1pPr>
            <a:lvl2pPr marR="0" lvl="1"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2pPr>
            <a:lvl3pPr marR="0" lvl="2"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3pPr>
            <a:lvl4pPr marR="0" lvl="3"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4pPr>
            <a:lvl5pPr marR="0" lvl="4"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5pPr>
            <a:lvl6pPr marR="0" lvl="5"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6pPr>
            <a:lvl7pPr marR="0" lvl="6"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7pPr>
            <a:lvl8pPr marR="0" lvl="7"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8pPr>
            <a:lvl9pPr marR="0" lvl="8"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9pPr>
          </a:lstStyle>
          <a:p>
            <a:endParaRPr/>
          </a:p>
        </p:txBody>
      </p:sp>
      <p:sp>
        <p:nvSpPr>
          <p:cNvPr id="123" name="Google Shape;123;p30"/>
          <p:cNvSpPr txBox="1">
            <a:spLocks noGrp="1"/>
          </p:cNvSpPr>
          <p:nvPr>
            <p:ph type="body" idx="9"/>
          </p:nvPr>
        </p:nvSpPr>
        <p:spPr>
          <a:xfrm>
            <a:off x="8049731" y="4873761"/>
            <a:ext cx="3452445" cy="1344921"/>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24" name="Google Shape;124;p30"/>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5" name="Google Shape;125;p30"/>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6" name="Google Shape;126;p30"/>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27"/>
        <p:cNvGrpSpPr/>
        <p:nvPr/>
      </p:nvGrpSpPr>
      <p:grpSpPr>
        <a:xfrm>
          <a:off x="0" y="0"/>
          <a:ext cx="0" cy="0"/>
          <a:chOff x="0" y="0"/>
          <a:chExt cx="0" cy="0"/>
        </a:xfrm>
      </p:grpSpPr>
      <p:sp>
        <p:nvSpPr>
          <p:cNvPr id="128" name="Google Shape;128;p31"/>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9" name="Google Shape;129;p31"/>
          <p:cNvSpPr txBox="1">
            <a:spLocks noGrp="1"/>
          </p:cNvSpPr>
          <p:nvPr>
            <p:ph type="body" idx="1"/>
          </p:nvPr>
        </p:nvSpPr>
        <p:spPr>
          <a:xfrm rot="5400000">
            <a:off x="4083937" y="-1203579"/>
            <a:ext cx="4024125" cy="108204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130" name="Google Shape;130;p31"/>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1" name="Google Shape;131;p31"/>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2" name="Google Shape;132;p31"/>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matchingName="Vertical Title and Text" type="vertTitleAndTx">
  <p:cSld name="VERTICAL_TITLE_AND_VERTICAL_TEXT">
    <p:spTree>
      <p:nvGrpSpPr>
        <p:cNvPr id="1" name="Shape 133"/>
        <p:cNvGrpSpPr/>
        <p:nvPr/>
      </p:nvGrpSpPr>
      <p:grpSpPr>
        <a:xfrm>
          <a:off x="0" y="0"/>
          <a:ext cx="0" cy="0"/>
          <a:chOff x="0" y="0"/>
          <a:chExt cx="0" cy="0"/>
        </a:xfrm>
      </p:grpSpPr>
      <p:pic>
        <p:nvPicPr>
          <p:cNvPr id="134" name="Google Shape;134;p32"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135" name="Google Shape;135;p32"/>
          <p:cNvSpPr txBox="1">
            <a:spLocks noGrp="1"/>
          </p:cNvSpPr>
          <p:nvPr>
            <p:ph type="title"/>
          </p:nvPr>
        </p:nvSpPr>
        <p:spPr>
          <a:xfrm rot="5400000">
            <a:off x="8525933" y="1667933"/>
            <a:ext cx="3903133" cy="20574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4000"/>
              <a:buFont typeface="Century Gothic"/>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6" name="Google Shape;136;p32"/>
          <p:cNvSpPr txBox="1">
            <a:spLocks noGrp="1"/>
          </p:cNvSpPr>
          <p:nvPr>
            <p:ph type="body" idx="1"/>
          </p:nvPr>
        </p:nvSpPr>
        <p:spPr>
          <a:xfrm rot="5400000">
            <a:off x="3175000" y="-1405467"/>
            <a:ext cx="3903133" cy="8204201"/>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137" name="Google Shape;137;p32"/>
          <p:cNvSpPr txBox="1">
            <a:spLocks noGrp="1"/>
          </p:cNvSpPr>
          <p:nvPr>
            <p:ph type="dt" idx="10"/>
          </p:nvPr>
        </p:nvSpPr>
        <p:spPr>
          <a:xfrm>
            <a:off x="7814452" y="379941"/>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8" name="Google Shape;138;p32"/>
          <p:cNvSpPr txBox="1">
            <a:spLocks noGrp="1"/>
          </p:cNvSpPr>
          <p:nvPr>
            <p:ph type="ftr" idx="11"/>
          </p:nvPr>
        </p:nvSpPr>
        <p:spPr>
          <a:xfrm>
            <a:off x="685800" y="381000"/>
            <a:ext cx="6991492"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9" name="Google Shape;139;p32"/>
          <p:cNvSpPr txBox="1">
            <a:spLocks noGrp="1"/>
          </p:cNvSpPr>
          <p:nvPr>
            <p:ph type="sldNum" idx="12"/>
          </p:nvPr>
        </p:nvSpPr>
        <p:spPr>
          <a:xfrm>
            <a:off x="10862452" y="381000"/>
            <a:ext cx="64374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5"/>
        <p:cNvGrpSpPr/>
        <p:nvPr/>
      </p:nvGrpSpPr>
      <p:grpSpPr>
        <a:xfrm>
          <a:off x="0" y="0"/>
          <a:ext cx="0" cy="0"/>
          <a:chOff x="0" y="0"/>
          <a:chExt cx="0" cy="0"/>
        </a:xfrm>
      </p:grpSpPr>
      <p:pic>
        <p:nvPicPr>
          <p:cNvPr id="6" name="Google Shape;6;p15" descr="C0-HD-TOP.png"/>
          <p:cNvPicPr preferRelativeResize="0"/>
          <p:nvPr/>
        </p:nvPicPr>
        <p:blipFill rotWithShape="1">
          <a:blip r:embed="rId19">
            <a:alphaModFix/>
          </a:blip>
          <a:srcRect/>
          <a:stretch/>
        </p:blipFill>
        <p:spPr>
          <a:xfrm>
            <a:off x="0" y="0"/>
            <a:ext cx="12192000" cy="1441450"/>
          </a:xfrm>
          <a:prstGeom prst="rect">
            <a:avLst/>
          </a:prstGeom>
          <a:noFill/>
          <a:ln>
            <a:noFill/>
          </a:ln>
        </p:spPr>
      </p:pic>
      <p:sp>
        <p:nvSpPr>
          <p:cNvPr id="7" name="Google Shape;7;p15"/>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lvl1pPr marR="0" lvl="0" algn="r" rtl="0">
              <a:lnSpc>
                <a:spcPct val="90000"/>
              </a:lnSpc>
              <a:spcBef>
                <a:spcPts val="0"/>
              </a:spcBef>
              <a:spcAft>
                <a:spcPts val="0"/>
              </a:spcAft>
              <a:buClr>
                <a:schemeClr val="lt1"/>
              </a:buClr>
              <a:buSzPts val="4000"/>
              <a:buFont typeface="Century Gothic"/>
              <a:buNone/>
              <a:defRPr sz="4000" b="0" i="0" u="none" strike="noStrike" cap="none">
                <a:solidFill>
                  <a:schemeClr val="lt1"/>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8" name="Google Shape;8;p15"/>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lvl1pPr marL="457200" marR="0" lvl="0" indent="-368300" algn="l" rtl="0">
              <a:lnSpc>
                <a:spcPct val="90000"/>
              </a:lnSpc>
              <a:spcBef>
                <a:spcPts val="1000"/>
              </a:spcBef>
              <a:spcAft>
                <a:spcPts val="0"/>
              </a:spcAft>
              <a:buClr>
                <a:schemeClr val="lt1"/>
              </a:buClr>
              <a:buSzPts val="2200"/>
              <a:buFont typeface="Arial"/>
              <a:buChar char="•"/>
              <a:defRPr sz="2200" b="0" i="0" u="none" strike="noStrike" cap="none">
                <a:solidFill>
                  <a:schemeClr val="lt1"/>
                </a:solidFill>
                <a:latin typeface="Century Gothic"/>
                <a:ea typeface="Century Gothic"/>
                <a:cs typeface="Century Gothic"/>
                <a:sym typeface="Century Gothic"/>
              </a:defRPr>
            </a:lvl1pPr>
            <a:lvl2pPr marL="914400" marR="0" lvl="1" indent="-355600" algn="l" rtl="0">
              <a:lnSpc>
                <a:spcPct val="90000"/>
              </a:lnSpc>
              <a:spcBef>
                <a:spcPts val="500"/>
              </a:spcBef>
              <a:spcAft>
                <a:spcPts val="0"/>
              </a:spcAft>
              <a:buClr>
                <a:schemeClr val="lt1"/>
              </a:buClr>
              <a:buSzPts val="2000"/>
              <a:buFont typeface="Arial"/>
              <a:buChar char="•"/>
              <a:defRPr sz="2000" b="0" i="0" u="none" strike="noStrike" cap="none">
                <a:solidFill>
                  <a:schemeClr val="lt1"/>
                </a:solidFill>
                <a:latin typeface="Century Gothic"/>
                <a:ea typeface="Century Gothic"/>
                <a:cs typeface="Century Gothic"/>
                <a:sym typeface="Century Gothic"/>
              </a:defRPr>
            </a:lvl2pPr>
            <a:lvl3pPr marL="1371600" marR="0" lvl="2"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Century Gothic"/>
                <a:ea typeface="Century Gothic"/>
                <a:cs typeface="Century Gothic"/>
                <a:sym typeface="Century Gothic"/>
              </a:defRPr>
            </a:lvl3pPr>
            <a:lvl4pPr marL="1828800" marR="0" lvl="3"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4pPr>
            <a:lvl5pPr marL="2286000" marR="0" lvl="4"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5pPr>
            <a:lvl6pPr marL="2743200" marR="0" lvl="5"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6pPr>
            <a:lvl7pPr marL="3200400" marR="0" lvl="6"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7pPr>
            <a:lvl8pPr marL="3657600" marR="0" lvl="7"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8pPr>
            <a:lvl9pPr marL="4114800" marR="0" lvl="8"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9pPr>
          </a:lstStyle>
          <a:p>
            <a:endParaRPr/>
          </a:p>
        </p:txBody>
      </p:sp>
      <p:sp>
        <p:nvSpPr>
          <p:cNvPr id="9" name="Google Shape;9;p15"/>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marR="0" lvl="0" algn="r" rtl="0">
              <a:lnSpc>
                <a:spcPct val="100000"/>
              </a:lnSpc>
              <a:spcBef>
                <a:spcPts val="0"/>
              </a:spcBef>
              <a:spcAft>
                <a:spcPts val="0"/>
              </a:spcAft>
              <a:buClr>
                <a:srgbClr val="000000"/>
              </a:buClr>
              <a:buSzPts val="1400"/>
              <a:buFont typeface="Arial"/>
              <a:buNone/>
              <a:defRPr sz="1050" b="0" i="0" u="none" strike="noStrike" cap="none">
                <a:solidFill>
                  <a:schemeClr val="lt1"/>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9pPr>
          </a:lstStyle>
          <a:p>
            <a:endParaRPr/>
          </a:p>
        </p:txBody>
      </p:sp>
      <p:sp>
        <p:nvSpPr>
          <p:cNvPr id="10" name="Google Shape;10;p15"/>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050" b="0" i="0" u="none" strike="noStrike" cap="none">
                <a:solidFill>
                  <a:schemeClr val="lt1"/>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9pPr>
          </a:lstStyle>
          <a:p>
            <a:endParaRPr/>
          </a:p>
        </p:txBody>
      </p:sp>
      <p:sp>
        <p:nvSpPr>
          <p:cNvPr id="11" name="Google Shape;11;p15"/>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3.xml"/><Relationship Id="rId5" Type="http://schemas.openxmlformats.org/officeDocument/2006/relationships/image" Target="../media/image3.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4.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5.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tags" Target="../tags/tag6.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tags" Target="../tags/tag7.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tags" Target="../tags/tag8.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tags" Target="../tags/tag9.xml"/><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tags" Target="../tags/tag10.xml"/><Relationship Id="rId5" Type="http://schemas.openxmlformats.org/officeDocument/2006/relationships/image" Target="../media/image3.png"/><Relationship Id="rId4" Type="http://schemas.openxmlformats.org/officeDocument/2006/relationships/image" Target="../media/image5.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tags" Target="../tags/tag11.xml"/><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tags" Target="../tags/tag12.xml"/><Relationship Id="rId4" Type="http://schemas.openxmlformats.org/officeDocument/2006/relationships/image" Target="../media/image3.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tags" Target="../tags/tag13.xml"/><Relationship Id="rId4" Type="http://schemas.openxmlformats.org/officeDocument/2006/relationships/image" Target="../media/image3.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tags" Target="../tags/tag14.xml"/><Relationship Id="rId4" Type="http://schemas.openxmlformats.org/officeDocument/2006/relationships/image" Target="../media/image3.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tags" Target="../tags/tag15.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1"/>
          <p:cNvSpPr txBox="1">
            <a:spLocks noGrp="1"/>
          </p:cNvSpPr>
          <p:nvPr>
            <p:ph type="ctrTitle"/>
          </p:nvPr>
        </p:nvSpPr>
        <p:spPr>
          <a:xfrm>
            <a:off x="1371600" y="1790153"/>
            <a:ext cx="9448800" cy="1825096"/>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chemeClr val="lt1"/>
              </a:buClr>
              <a:buSzPts val="6000"/>
              <a:buFont typeface="Century Gothic"/>
              <a:buNone/>
            </a:pPr>
            <a:r>
              <a:rPr lang="en-US"/>
              <a:t>Green Pace</a:t>
            </a:r>
            <a:endParaRPr/>
          </a:p>
        </p:txBody>
      </p:sp>
      <p:sp>
        <p:nvSpPr>
          <p:cNvPr id="145" name="Google Shape;145;p1"/>
          <p:cNvSpPr txBox="1">
            <a:spLocks noGrp="1"/>
          </p:cNvSpPr>
          <p:nvPr>
            <p:ph type="subTitle" idx="1"/>
          </p:nvPr>
        </p:nvSpPr>
        <p:spPr>
          <a:xfrm>
            <a:off x="1371600" y="3632200"/>
            <a:ext cx="9448800" cy="1561592"/>
          </a:xfrm>
          <a:prstGeom prst="rect">
            <a:avLst/>
          </a:prstGeom>
          <a:noFill/>
          <a:ln>
            <a:noFill/>
          </a:ln>
        </p:spPr>
        <p:txBody>
          <a:bodyPr spcFirstLastPara="1" wrap="square" lIns="91425" tIns="45700" rIns="91425" bIns="45700" anchor="t" anchorCtr="0">
            <a:normAutofit/>
          </a:bodyPr>
          <a:lstStyle/>
          <a:p>
            <a:pPr marL="0" lvl="0" indent="0" algn="l" rtl="0">
              <a:lnSpc>
                <a:spcPct val="70000"/>
              </a:lnSpc>
              <a:spcBef>
                <a:spcPts val="0"/>
              </a:spcBef>
              <a:spcAft>
                <a:spcPts val="0"/>
              </a:spcAft>
              <a:buClr>
                <a:schemeClr val="lt1"/>
              </a:buClr>
              <a:buSzPts val="1850"/>
              <a:buNone/>
            </a:pPr>
            <a:r>
              <a:rPr lang="en-US" sz="1850" dirty="0"/>
              <a:t>Security Policy Presentation</a:t>
            </a:r>
            <a:endParaRPr dirty="0"/>
          </a:p>
          <a:p>
            <a:pPr marL="0" lvl="0" indent="0" algn="l" rtl="0">
              <a:lnSpc>
                <a:spcPct val="70000"/>
              </a:lnSpc>
              <a:spcBef>
                <a:spcPts val="1000"/>
              </a:spcBef>
              <a:spcAft>
                <a:spcPts val="0"/>
              </a:spcAft>
              <a:buClr>
                <a:schemeClr val="lt1"/>
              </a:buClr>
              <a:buSzPts val="1850"/>
              <a:buNone/>
            </a:pPr>
            <a:r>
              <a:rPr lang="en-US" sz="1850" dirty="0"/>
              <a:t>Developer: </a:t>
            </a:r>
            <a:r>
              <a:rPr lang="en-US" sz="1850" i="1" dirty="0"/>
              <a:t> Juan Aviles</a:t>
            </a:r>
            <a:endParaRPr dirty="0"/>
          </a:p>
        </p:txBody>
      </p:sp>
      <p:pic>
        <p:nvPicPr>
          <p:cNvPr id="146" name="Google Shape;146;p1" descr="Green Pace logo"/>
          <p:cNvPicPr preferRelativeResize="0"/>
          <p:nvPr/>
        </p:nvPicPr>
        <p:blipFill>
          <a:blip r:embed="rId4">
            <a:alphaModFix/>
          </a:blip>
          <a:stretch>
            <a:fillRect/>
          </a:stretch>
        </p:blipFill>
        <p:spPr>
          <a:xfrm>
            <a:off x="7440774" y="659854"/>
            <a:ext cx="2921424" cy="3786772"/>
          </a:xfrm>
          <a:prstGeom prst="rect">
            <a:avLst/>
          </a:prstGeom>
          <a:noFill/>
          <a:ln>
            <a:noFill/>
          </a:ln>
        </p:spPr>
      </p:pic>
    </p:spTree>
    <p:custDataLst>
      <p:tags r:id="rId1"/>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p3"/>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dirty="0"/>
              <a:t>OVERVIEW: DEFENSE IN DEPTH</a:t>
            </a:r>
            <a:endParaRPr dirty="0"/>
          </a:p>
        </p:txBody>
      </p:sp>
      <p:sp>
        <p:nvSpPr>
          <p:cNvPr id="152" name="Google Shape;152;p3"/>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1000"/>
              </a:spcBef>
              <a:spcAft>
                <a:spcPts val="0"/>
              </a:spcAft>
              <a:buClr>
                <a:schemeClr val="lt1"/>
              </a:buClr>
              <a:buSzPts val="2200"/>
              <a:buNone/>
            </a:pPr>
            <a:r>
              <a:rPr lang="en-US" dirty="0"/>
              <a:t>Green Pace security policy created to standardize secure coding practices. </a:t>
            </a:r>
          </a:p>
          <a:p>
            <a:pPr marL="0" lvl="0" indent="0" algn="l" rtl="0">
              <a:lnSpc>
                <a:spcPct val="90000"/>
              </a:lnSpc>
              <a:spcBef>
                <a:spcPts val="1000"/>
              </a:spcBef>
              <a:spcAft>
                <a:spcPts val="0"/>
              </a:spcAft>
              <a:buClr>
                <a:schemeClr val="lt1"/>
              </a:buClr>
              <a:buSzPts val="2200"/>
              <a:buNone/>
            </a:pPr>
            <a:endParaRPr lang="en-US" dirty="0"/>
          </a:p>
          <a:p>
            <a:pPr marL="0" lvl="0" indent="0" algn="l" rtl="0">
              <a:lnSpc>
                <a:spcPct val="90000"/>
              </a:lnSpc>
              <a:spcBef>
                <a:spcPts val="1000"/>
              </a:spcBef>
              <a:spcAft>
                <a:spcPts val="0"/>
              </a:spcAft>
              <a:buClr>
                <a:schemeClr val="lt1"/>
              </a:buClr>
              <a:buSzPts val="2200"/>
              <a:buNone/>
            </a:pPr>
            <a:endParaRPr lang="en-US" dirty="0"/>
          </a:p>
          <a:p>
            <a:pPr marL="0" lvl="0" indent="0" algn="l" rtl="0">
              <a:lnSpc>
                <a:spcPct val="90000"/>
              </a:lnSpc>
              <a:spcBef>
                <a:spcPts val="1000"/>
              </a:spcBef>
              <a:spcAft>
                <a:spcPts val="0"/>
              </a:spcAft>
              <a:buClr>
                <a:schemeClr val="lt1"/>
              </a:buClr>
              <a:buSzPts val="2200"/>
              <a:buNone/>
            </a:pPr>
            <a:endParaRPr dirty="0"/>
          </a:p>
        </p:txBody>
      </p:sp>
      <p:pic>
        <p:nvPicPr>
          <p:cNvPr id="153" name="Google Shape;153;p3" descr="NHS (Healthcare) Defense in Depth – Shaun Van Niekerk&#10;Screenshot of defense-in-depth best practice of layered security.  This illustration provides a visual representation of the defense-in-depth best practice of layered security.&#10;Shows the following layers of developer defense: Physical security, Cloud security, Perimeter security, network security, Host security, Endpoint security, APP security and critical assets, systems, and data security."/>
          <p:cNvPicPr preferRelativeResize="0"/>
          <p:nvPr/>
        </p:nvPicPr>
        <p:blipFill rotWithShape="1">
          <a:blip r:embed="rId4">
            <a:alphaModFix/>
          </a:blip>
          <a:srcRect/>
          <a:stretch/>
        </p:blipFill>
        <p:spPr>
          <a:xfrm>
            <a:off x="3160643" y="2839411"/>
            <a:ext cx="6453257" cy="3797196"/>
          </a:xfrm>
          <a:prstGeom prst="rect">
            <a:avLst/>
          </a:prstGeom>
          <a:noFill/>
          <a:ln>
            <a:noFill/>
          </a:ln>
        </p:spPr>
      </p:pic>
      <p:pic>
        <p:nvPicPr>
          <p:cNvPr id="154" name="Google Shape;154;p3" descr="Green Pace logo"/>
          <p:cNvPicPr preferRelativeResize="0"/>
          <p:nvPr/>
        </p:nvPicPr>
        <p:blipFill>
          <a:blip r:embed="rId5">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sp>
        <p:nvSpPr>
          <p:cNvPr id="159" name="Google Shape;159;p4"/>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THREATS MATRIX</a:t>
            </a:r>
            <a:endParaRPr/>
          </a:p>
        </p:txBody>
      </p:sp>
      <p:sp>
        <p:nvSpPr>
          <p:cNvPr id="160" name="Google Shape;160;p4"/>
          <p:cNvSpPr txBox="1">
            <a:spLocks noGrp="1"/>
          </p:cNvSpPr>
          <p:nvPr>
            <p:ph type="body" idx="1"/>
          </p:nvPr>
        </p:nvSpPr>
        <p:spPr>
          <a:xfrm>
            <a:off x="685800" y="2194550"/>
            <a:ext cx="2486100" cy="1486904"/>
          </a:xfrm>
          <a:prstGeom prst="rect">
            <a:avLst/>
          </a:prstGeom>
          <a:noFill/>
          <a:ln>
            <a:noFill/>
          </a:ln>
        </p:spPr>
        <p:txBody>
          <a:bodyPr spcFirstLastPara="1" wrap="square" lIns="91425" tIns="45700" rIns="91425" bIns="45700" anchor="t" anchorCtr="0">
            <a:normAutofit fontScale="62500" lnSpcReduction="20000"/>
          </a:bodyPr>
          <a:lstStyle/>
          <a:p>
            <a:pPr marL="228600" lvl="0" indent="0" rtl="0">
              <a:lnSpc>
                <a:spcPct val="107916"/>
              </a:lnSpc>
              <a:spcBef>
                <a:spcPts val="0"/>
              </a:spcBef>
              <a:spcAft>
                <a:spcPts val="0"/>
              </a:spcAft>
              <a:buSzPts val="1800"/>
              <a:buNone/>
            </a:pPr>
            <a:r>
              <a:rPr lang="en-US" sz="1800" dirty="0">
                <a:solidFill>
                  <a:srgbClr val="FFFFFF"/>
                </a:solidFill>
              </a:rPr>
              <a:t>Threats matrix table represents the security risks identified in the Green Pace coding standards, highlighting SQL injection and input validation as he highest priority due to their direct impact on users data and system security. </a:t>
            </a:r>
            <a:endParaRPr sz="1800" dirty="0"/>
          </a:p>
          <a:p>
            <a:pPr marL="228600" lvl="0" indent="-88900" algn="l" rtl="0">
              <a:lnSpc>
                <a:spcPct val="90000"/>
              </a:lnSpc>
              <a:spcBef>
                <a:spcPts val="1000"/>
              </a:spcBef>
              <a:spcAft>
                <a:spcPts val="0"/>
              </a:spcAft>
              <a:buClr>
                <a:schemeClr val="lt1"/>
              </a:buClr>
              <a:buSzPts val="2200"/>
              <a:buNone/>
            </a:pPr>
            <a:endParaRPr dirty="0"/>
          </a:p>
        </p:txBody>
      </p:sp>
      <p:graphicFrame>
        <p:nvGraphicFramePr>
          <p:cNvPr id="161" name="Google Shape;161;p4" descr="Alt text required"/>
          <p:cNvGraphicFramePr/>
          <p:nvPr>
            <p:extLst>
              <p:ext uri="{D42A27DB-BD31-4B8C-83A1-F6EECF244321}">
                <p14:modId xmlns:p14="http://schemas.microsoft.com/office/powerpoint/2010/main" val="843607685"/>
              </p:ext>
            </p:extLst>
          </p:nvPr>
        </p:nvGraphicFramePr>
        <p:xfrm>
          <a:off x="3171900" y="2561050"/>
          <a:ext cx="7835225" cy="3538650"/>
        </p:xfrm>
        <a:graphic>
          <a:graphicData uri="http://schemas.openxmlformats.org/drawingml/2006/table">
            <a:tbl>
              <a:tblPr firstRow="1" firstCol="1">
                <a:noFill/>
                <a:tableStyleId>{802198C4-3087-4945-87E3-76CBB3509B7E}</a:tableStyleId>
              </a:tblPr>
              <a:tblGrid>
                <a:gridCol w="4030425">
                  <a:extLst>
                    <a:ext uri="{9D8B030D-6E8A-4147-A177-3AD203B41FA5}">
                      <a16:colId xmlns:a16="http://schemas.microsoft.com/office/drawing/2014/main" val="20000"/>
                    </a:ext>
                  </a:extLst>
                </a:gridCol>
                <a:gridCol w="3804800">
                  <a:extLst>
                    <a:ext uri="{9D8B030D-6E8A-4147-A177-3AD203B41FA5}">
                      <a16:colId xmlns:a16="http://schemas.microsoft.com/office/drawing/2014/main" val="20001"/>
                    </a:ext>
                  </a:extLst>
                </a:gridCol>
              </a:tblGrid>
              <a:tr h="1769325">
                <a:tc>
                  <a:txBody>
                    <a:bodyPr/>
                    <a:lstStyle/>
                    <a:p>
                      <a:pPr marL="0" marR="0" lvl="0" indent="0" algn="ctr" rtl="0">
                        <a:lnSpc>
                          <a:spcPct val="100000"/>
                        </a:lnSpc>
                        <a:spcBef>
                          <a:spcPts val="0"/>
                        </a:spcBef>
                        <a:spcAft>
                          <a:spcPts val="0"/>
                        </a:spcAft>
                        <a:buClr>
                          <a:srgbClr val="000000"/>
                        </a:buClr>
                        <a:buSzPts val="3600"/>
                        <a:buFont typeface="Arial"/>
                        <a:buNone/>
                      </a:pPr>
                      <a:r>
                        <a:rPr lang="en-US" sz="1400" u="none" strike="noStrike" cap="none" dirty="0">
                          <a:solidFill>
                            <a:srgbClr val="FFD966"/>
                          </a:solidFill>
                        </a:rPr>
                        <a:t>SQL Injection</a:t>
                      </a:r>
                    </a:p>
                    <a:p>
                      <a:pPr marL="0" marR="0" lvl="0" indent="0" algn="ctr" rtl="0">
                        <a:lnSpc>
                          <a:spcPct val="100000"/>
                        </a:lnSpc>
                        <a:spcBef>
                          <a:spcPts val="0"/>
                        </a:spcBef>
                        <a:spcAft>
                          <a:spcPts val="0"/>
                        </a:spcAft>
                        <a:buClr>
                          <a:srgbClr val="000000"/>
                        </a:buClr>
                        <a:buSzPts val="3600"/>
                        <a:buFont typeface="Arial"/>
                        <a:buNone/>
                      </a:pPr>
                      <a:r>
                        <a:rPr lang="en-US" sz="1400" u="none" strike="noStrike" cap="none" dirty="0">
                          <a:solidFill>
                            <a:srgbClr val="FFD966"/>
                          </a:solidFill>
                        </a:rPr>
                        <a:t>Input Validation Issues</a:t>
                      </a:r>
                    </a:p>
                    <a:p>
                      <a:pPr marL="0" marR="0" lvl="0" indent="0" algn="ctr" rtl="0">
                        <a:lnSpc>
                          <a:spcPct val="100000"/>
                        </a:lnSpc>
                        <a:spcBef>
                          <a:spcPts val="0"/>
                        </a:spcBef>
                        <a:spcAft>
                          <a:spcPts val="0"/>
                        </a:spcAft>
                        <a:buClr>
                          <a:srgbClr val="000000"/>
                        </a:buClr>
                        <a:buSzPts val="3600"/>
                        <a:buFont typeface="Arial"/>
                        <a:buNone/>
                      </a:pPr>
                      <a:r>
                        <a:rPr lang="en-US" sz="1400" u="none" strike="noStrike" cap="none" dirty="0">
                          <a:solidFill>
                            <a:srgbClr val="FFD966"/>
                          </a:solidFill>
                        </a:rPr>
                        <a:t>Uninitialized Variables</a:t>
                      </a:r>
                    </a:p>
                    <a:p>
                      <a:pPr marL="0" marR="0" lvl="0" indent="0" algn="ctr" rtl="0">
                        <a:lnSpc>
                          <a:spcPct val="100000"/>
                        </a:lnSpc>
                        <a:spcBef>
                          <a:spcPts val="0"/>
                        </a:spcBef>
                        <a:spcAft>
                          <a:spcPts val="0"/>
                        </a:spcAft>
                        <a:buClr>
                          <a:srgbClr val="000000"/>
                        </a:buClr>
                        <a:buSzPts val="3600"/>
                        <a:buFont typeface="Arial"/>
                        <a:buNone/>
                      </a:pPr>
                      <a:r>
                        <a:rPr lang="en-US" sz="1400" u="none" strike="noStrike" cap="none" dirty="0">
                          <a:solidFill>
                            <a:srgbClr val="FFD966"/>
                          </a:solidFill>
                        </a:rPr>
                        <a:t>Memory Errors</a:t>
                      </a:r>
                    </a:p>
                  </a:txBody>
                  <a:tcPr marL="91425" marR="91425" marT="91425" marB="91425">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solidFill>
                      <a:srgbClr val="FFF2CC"/>
                    </a:solidFill>
                  </a:tcPr>
                </a:tc>
                <a:tc>
                  <a:txBody>
                    <a:bodyPr/>
                    <a:lstStyle/>
                    <a:p>
                      <a:pPr marL="0" marR="0" lvl="0" indent="0" algn="ctr" rtl="0">
                        <a:lnSpc>
                          <a:spcPct val="100000"/>
                        </a:lnSpc>
                        <a:spcBef>
                          <a:spcPts val="0"/>
                        </a:spcBef>
                        <a:spcAft>
                          <a:spcPts val="0"/>
                        </a:spcAft>
                        <a:buClr>
                          <a:srgbClr val="000000"/>
                        </a:buClr>
                        <a:buSzPts val="3600"/>
                        <a:buFont typeface="Arial"/>
                        <a:buNone/>
                      </a:pPr>
                      <a:r>
                        <a:rPr lang="en-US" sz="1400" u="none" strike="noStrike" cap="none" dirty="0">
                          <a:solidFill>
                            <a:srgbClr val="FFD966"/>
                          </a:solidFill>
                        </a:rPr>
                        <a:t>SQL Injection</a:t>
                      </a:r>
                    </a:p>
                    <a:p>
                      <a:pPr marL="0" marR="0" lvl="0" indent="0" algn="ctr" rtl="0">
                        <a:lnSpc>
                          <a:spcPct val="100000"/>
                        </a:lnSpc>
                        <a:spcBef>
                          <a:spcPts val="0"/>
                        </a:spcBef>
                        <a:spcAft>
                          <a:spcPts val="0"/>
                        </a:spcAft>
                        <a:buClr>
                          <a:srgbClr val="000000"/>
                        </a:buClr>
                        <a:buSzPts val="3600"/>
                        <a:buFont typeface="Arial"/>
                        <a:buNone/>
                      </a:pPr>
                      <a:r>
                        <a:rPr lang="en-US" sz="1400" u="none" strike="noStrike" cap="none" dirty="0">
                          <a:solidFill>
                            <a:srgbClr val="FFD966"/>
                          </a:solidFill>
                        </a:rPr>
                        <a:t>Input Validation</a:t>
                      </a:r>
                    </a:p>
                    <a:p>
                      <a:pPr marL="0" marR="0" lvl="0" indent="0" algn="ctr" rtl="0">
                        <a:lnSpc>
                          <a:spcPct val="100000"/>
                        </a:lnSpc>
                        <a:spcBef>
                          <a:spcPts val="0"/>
                        </a:spcBef>
                        <a:spcAft>
                          <a:spcPts val="0"/>
                        </a:spcAft>
                        <a:buClr>
                          <a:srgbClr val="000000"/>
                        </a:buClr>
                        <a:buSzPts val="3600"/>
                        <a:buFont typeface="Arial"/>
                        <a:buNone/>
                      </a:pPr>
                      <a:r>
                        <a:rPr lang="en-US" sz="1400" u="none" strike="noStrike" cap="none" dirty="0">
                          <a:solidFill>
                            <a:srgbClr val="FFD966"/>
                          </a:solidFill>
                        </a:rPr>
                        <a:t>Memory Safety </a:t>
                      </a:r>
                    </a:p>
                    <a:p>
                      <a:pPr marL="0" marR="0" lvl="0" indent="0" algn="ctr" rtl="0">
                        <a:lnSpc>
                          <a:spcPct val="100000"/>
                        </a:lnSpc>
                        <a:spcBef>
                          <a:spcPts val="0"/>
                        </a:spcBef>
                        <a:spcAft>
                          <a:spcPts val="0"/>
                        </a:spcAft>
                        <a:buClr>
                          <a:srgbClr val="000000"/>
                        </a:buClr>
                        <a:buSzPts val="3600"/>
                        <a:buFont typeface="Arial"/>
                        <a:buNone/>
                      </a:pPr>
                      <a:endParaRPr sz="1400" u="none" strike="noStrike" cap="none" dirty="0"/>
                    </a:p>
                  </a:txBody>
                  <a:tcPr marL="91425" marR="91425" marT="91425" marB="91425">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solidFill>
                      <a:srgbClr val="FFF2CC"/>
                    </a:solidFill>
                  </a:tcPr>
                </a:tc>
                <a:extLst>
                  <a:ext uri="{0D108BD9-81ED-4DB2-BD59-A6C34878D82A}">
                    <a16:rowId xmlns:a16="http://schemas.microsoft.com/office/drawing/2014/main" val="10000"/>
                  </a:ext>
                </a:extLst>
              </a:tr>
              <a:tr h="1769325">
                <a:tc>
                  <a:txBody>
                    <a:bodyPr/>
                    <a:lstStyle/>
                    <a:p>
                      <a:pPr marL="0" marR="0" lvl="0" indent="0" algn="ctr" rtl="0">
                        <a:lnSpc>
                          <a:spcPct val="100000"/>
                        </a:lnSpc>
                        <a:spcBef>
                          <a:spcPts val="0"/>
                        </a:spcBef>
                        <a:spcAft>
                          <a:spcPts val="0"/>
                        </a:spcAft>
                        <a:buClr>
                          <a:srgbClr val="000000"/>
                        </a:buClr>
                        <a:buSzPts val="3600"/>
                        <a:buFont typeface="Arial"/>
                        <a:buNone/>
                      </a:pPr>
                      <a:r>
                        <a:rPr lang="en-US" sz="1400" u="none" strike="noStrike" cap="none" dirty="0">
                          <a:solidFill>
                            <a:srgbClr val="FFD966"/>
                          </a:solidFill>
                        </a:rPr>
                        <a:t>Assertions Misuse</a:t>
                      </a:r>
                    </a:p>
                    <a:p>
                      <a:pPr marL="0" marR="0" lvl="0" indent="0" algn="ctr" rtl="0">
                        <a:lnSpc>
                          <a:spcPct val="100000"/>
                        </a:lnSpc>
                        <a:spcBef>
                          <a:spcPts val="0"/>
                        </a:spcBef>
                        <a:spcAft>
                          <a:spcPts val="0"/>
                        </a:spcAft>
                        <a:buClr>
                          <a:srgbClr val="000000"/>
                        </a:buClr>
                        <a:buSzPts val="3600"/>
                        <a:buFont typeface="Arial"/>
                        <a:buNone/>
                      </a:pPr>
                      <a:r>
                        <a:rPr lang="en-US" sz="1400" u="none" strike="noStrike" cap="none" dirty="0">
                          <a:solidFill>
                            <a:srgbClr val="FFD966"/>
                          </a:solidFill>
                        </a:rPr>
                        <a:t>Exception Handling Issues</a:t>
                      </a:r>
                      <a:endParaRPr sz="1400" u="none" strike="noStrike" cap="none" dirty="0"/>
                    </a:p>
                  </a:txBody>
                  <a:tcPr marL="91425" marR="91425" marT="91425" marB="91425">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lgn="ctr">
                      <a:solidFill>
                        <a:srgbClr val="9E9E9E"/>
                      </a:solidFill>
                      <a:prstDash val="solid"/>
                      <a:round/>
                      <a:headEnd type="none" w="sm" len="sm"/>
                      <a:tailEnd type="none" w="sm" len="sm"/>
                    </a:lnB>
                    <a:solidFill>
                      <a:srgbClr val="FFF2CC"/>
                    </a:solidFill>
                  </a:tcPr>
                </a:tc>
                <a:tc>
                  <a:txBody>
                    <a:bodyPr/>
                    <a:lstStyle/>
                    <a:p>
                      <a:pPr marL="0" marR="0" lvl="0" indent="0" algn="ctr" rtl="0">
                        <a:lnSpc>
                          <a:spcPct val="100000"/>
                        </a:lnSpc>
                        <a:spcBef>
                          <a:spcPts val="0"/>
                        </a:spcBef>
                        <a:spcAft>
                          <a:spcPts val="0"/>
                        </a:spcAft>
                        <a:buClr>
                          <a:srgbClr val="000000"/>
                        </a:buClr>
                        <a:buSzPts val="3600"/>
                        <a:buFont typeface="Arial"/>
                        <a:buNone/>
                      </a:pPr>
                      <a:r>
                        <a:rPr lang="en-US" sz="1400" u="none" strike="noStrike" cap="none" dirty="0">
                          <a:solidFill>
                            <a:srgbClr val="FFD966"/>
                          </a:solidFill>
                        </a:rPr>
                        <a:t>Minor Input formatting issues</a:t>
                      </a:r>
                    </a:p>
                    <a:p>
                      <a:pPr marL="0" marR="0" lvl="0" indent="0" algn="ctr" rtl="0">
                        <a:lnSpc>
                          <a:spcPct val="100000"/>
                        </a:lnSpc>
                        <a:spcBef>
                          <a:spcPts val="0"/>
                        </a:spcBef>
                        <a:spcAft>
                          <a:spcPts val="0"/>
                        </a:spcAft>
                        <a:buClr>
                          <a:srgbClr val="000000"/>
                        </a:buClr>
                        <a:buSzPts val="3600"/>
                        <a:buFont typeface="Arial"/>
                        <a:buNone/>
                      </a:pPr>
                      <a:r>
                        <a:rPr lang="en-US" sz="1400" u="none" strike="noStrike" cap="none" dirty="0">
                          <a:solidFill>
                            <a:srgbClr val="FFD966"/>
                          </a:solidFill>
                        </a:rPr>
                        <a:t>Non critical logic errors</a:t>
                      </a:r>
                      <a:endParaRPr sz="1400" u="none" strike="noStrike" cap="none" dirty="0"/>
                    </a:p>
                  </a:txBody>
                  <a:tcPr marL="91425" marR="91425" marT="91425" marB="91425">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lgn="ctr">
                      <a:solidFill>
                        <a:srgbClr val="9E9E9E"/>
                      </a:solidFill>
                      <a:prstDash val="solid"/>
                      <a:round/>
                      <a:headEnd type="none" w="sm" len="sm"/>
                      <a:tailEnd type="none" w="sm" len="sm"/>
                    </a:lnB>
                    <a:solidFill>
                      <a:srgbClr val="FFF2CC"/>
                    </a:solidFill>
                  </a:tcPr>
                </a:tc>
                <a:extLst>
                  <a:ext uri="{0D108BD9-81ED-4DB2-BD59-A6C34878D82A}">
                    <a16:rowId xmlns:a16="http://schemas.microsoft.com/office/drawing/2014/main" val="10001"/>
                  </a:ext>
                </a:extLst>
              </a:tr>
            </a:tbl>
          </a:graphicData>
        </a:graphic>
      </p:graphicFrame>
      <p:pic>
        <p:nvPicPr>
          <p:cNvPr id="162" name="Google Shape;162;p4"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66"/>
        <p:cNvGrpSpPr/>
        <p:nvPr/>
      </p:nvGrpSpPr>
      <p:grpSpPr>
        <a:xfrm>
          <a:off x="0" y="0"/>
          <a:ext cx="0" cy="0"/>
          <a:chOff x="0" y="0"/>
          <a:chExt cx="0" cy="0"/>
        </a:xfrm>
      </p:grpSpPr>
      <p:sp>
        <p:nvSpPr>
          <p:cNvPr id="167" name="Google Shape;167;p5"/>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10 PRINCIPLES</a:t>
            </a:r>
            <a:endParaRPr/>
          </a:p>
        </p:txBody>
      </p:sp>
      <p:sp>
        <p:nvSpPr>
          <p:cNvPr id="168" name="Google Shape;168;p5"/>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lt1"/>
              </a:buClr>
              <a:buSzPts val="2200"/>
              <a:buChar char="•"/>
            </a:pPr>
            <a:r>
              <a:rPr lang="en-US" dirty="0"/>
              <a:t>Validate Input Data </a:t>
            </a:r>
          </a:p>
          <a:p>
            <a:pPr marL="228600" lvl="0" indent="-228600" algn="l" rtl="0">
              <a:lnSpc>
                <a:spcPct val="90000"/>
              </a:lnSpc>
              <a:spcBef>
                <a:spcPts val="0"/>
              </a:spcBef>
              <a:spcAft>
                <a:spcPts val="0"/>
              </a:spcAft>
              <a:buClr>
                <a:schemeClr val="lt1"/>
              </a:buClr>
              <a:buSzPts val="2200"/>
              <a:buChar char="•"/>
            </a:pPr>
            <a:r>
              <a:rPr lang="en-US" dirty="0"/>
              <a:t>Head Compiler Warnings</a:t>
            </a:r>
          </a:p>
          <a:p>
            <a:pPr marL="228600" lvl="0" indent="-228600" algn="l" rtl="0">
              <a:lnSpc>
                <a:spcPct val="90000"/>
              </a:lnSpc>
              <a:spcBef>
                <a:spcPts val="0"/>
              </a:spcBef>
              <a:spcAft>
                <a:spcPts val="0"/>
              </a:spcAft>
              <a:buClr>
                <a:schemeClr val="lt1"/>
              </a:buClr>
              <a:buSzPts val="2200"/>
              <a:buChar char="•"/>
            </a:pPr>
            <a:r>
              <a:rPr lang="en-US" dirty="0"/>
              <a:t>Architect and Design for Security </a:t>
            </a:r>
          </a:p>
          <a:p>
            <a:pPr marL="228600" lvl="0" indent="-228600" algn="l" rtl="0">
              <a:lnSpc>
                <a:spcPct val="90000"/>
              </a:lnSpc>
              <a:spcBef>
                <a:spcPts val="0"/>
              </a:spcBef>
              <a:spcAft>
                <a:spcPts val="0"/>
              </a:spcAft>
              <a:buClr>
                <a:schemeClr val="lt1"/>
              </a:buClr>
              <a:buSzPts val="2200"/>
              <a:buChar char="•"/>
            </a:pPr>
            <a:r>
              <a:rPr lang="en-US" dirty="0"/>
              <a:t>Keep it simple </a:t>
            </a:r>
          </a:p>
          <a:p>
            <a:pPr marL="228600" lvl="0" indent="-228600" algn="l" rtl="0">
              <a:lnSpc>
                <a:spcPct val="90000"/>
              </a:lnSpc>
              <a:spcBef>
                <a:spcPts val="0"/>
              </a:spcBef>
              <a:spcAft>
                <a:spcPts val="0"/>
              </a:spcAft>
              <a:buClr>
                <a:schemeClr val="lt1"/>
              </a:buClr>
              <a:buSzPts val="2200"/>
              <a:buChar char="•"/>
            </a:pPr>
            <a:r>
              <a:rPr lang="en-US" dirty="0"/>
              <a:t>Default Deny </a:t>
            </a:r>
          </a:p>
          <a:p>
            <a:pPr marL="228600" lvl="0" indent="-228600" algn="l" rtl="0">
              <a:lnSpc>
                <a:spcPct val="90000"/>
              </a:lnSpc>
              <a:spcBef>
                <a:spcPts val="0"/>
              </a:spcBef>
              <a:spcAft>
                <a:spcPts val="0"/>
              </a:spcAft>
              <a:buClr>
                <a:schemeClr val="lt1"/>
              </a:buClr>
              <a:buSzPts val="2200"/>
              <a:buChar char="•"/>
            </a:pPr>
            <a:r>
              <a:rPr lang="en-US" dirty="0"/>
              <a:t>Least privilege </a:t>
            </a:r>
          </a:p>
          <a:p>
            <a:pPr marL="228600" lvl="0" indent="-228600" algn="l" rtl="0">
              <a:lnSpc>
                <a:spcPct val="90000"/>
              </a:lnSpc>
              <a:spcBef>
                <a:spcPts val="0"/>
              </a:spcBef>
              <a:spcAft>
                <a:spcPts val="0"/>
              </a:spcAft>
              <a:buClr>
                <a:schemeClr val="lt1"/>
              </a:buClr>
              <a:buSzPts val="2200"/>
              <a:buChar char="•"/>
            </a:pPr>
            <a:r>
              <a:rPr lang="en-US" dirty="0"/>
              <a:t>Sanitize Data for other symptoms </a:t>
            </a:r>
          </a:p>
          <a:p>
            <a:pPr marL="228600" lvl="0" indent="-228600" algn="l" rtl="0">
              <a:lnSpc>
                <a:spcPct val="90000"/>
              </a:lnSpc>
              <a:spcBef>
                <a:spcPts val="0"/>
              </a:spcBef>
              <a:spcAft>
                <a:spcPts val="0"/>
              </a:spcAft>
              <a:buClr>
                <a:schemeClr val="lt1"/>
              </a:buClr>
              <a:buSzPts val="2200"/>
              <a:buChar char="•"/>
            </a:pPr>
            <a:r>
              <a:rPr lang="en-US" dirty="0"/>
              <a:t>Defense in Depth </a:t>
            </a:r>
          </a:p>
          <a:p>
            <a:pPr marL="228600" lvl="0" indent="-228600" algn="l" rtl="0">
              <a:lnSpc>
                <a:spcPct val="90000"/>
              </a:lnSpc>
              <a:spcBef>
                <a:spcPts val="0"/>
              </a:spcBef>
              <a:spcAft>
                <a:spcPts val="0"/>
              </a:spcAft>
              <a:buClr>
                <a:schemeClr val="lt1"/>
              </a:buClr>
              <a:buSzPts val="2200"/>
              <a:buChar char="•"/>
            </a:pPr>
            <a:r>
              <a:rPr lang="en-US" dirty="0"/>
              <a:t>Quality Assurance Techniques</a:t>
            </a:r>
          </a:p>
          <a:p>
            <a:pPr marL="228600" lvl="0" indent="-228600" algn="l" rtl="0">
              <a:lnSpc>
                <a:spcPct val="90000"/>
              </a:lnSpc>
              <a:spcBef>
                <a:spcPts val="0"/>
              </a:spcBef>
              <a:spcAft>
                <a:spcPts val="0"/>
              </a:spcAft>
              <a:buClr>
                <a:schemeClr val="lt1"/>
              </a:buClr>
              <a:buSzPts val="2200"/>
              <a:buChar char="•"/>
            </a:pPr>
            <a:r>
              <a:rPr lang="en-US" dirty="0"/>
              <a:t>Secure Coding Standards</a:t>
            </a:r>
          </a:p>
          <a:p>
            <a:pPr marL="228600" lvl="0" indent="-228600" algn="l" rtl="0">
              <a:lnSpc>
                <a:spcPct val="90000"/>
              </a:lnSpc>
              <a:spcBef>
                <a:spcPts val="0"/>
              </a:spcBef>
              <a:spcAft>
                <a:spcPts val="0"/>
              </a:spcAft>
              <a:buClr>
                <a:schemeClr val="lt1"/>
              </a:buClr>
              <a:buSzPts val="2200"/>
              <a:buChar char="•"/>
            </a:pPr>
            <a:endParaRPr lang="en-US" dirty="0"/>
          </a:p>
        </p:txBody>
      </p:sp>
      <p:pic>
        <p:nvPicPr>
          <p:cNvPr id="169" name="Google Shape;169;p5"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74" name="Google Shape;174;p6"/>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CODING STANDARDS</a:t>
            </a:r>
            <a:endParaRPr/>
          </a:p>
        </p:txBody>
      </p:sp>
      <p:sp>
        <p:nvSpPr>
          <p:cNvPr id="175" name="Google Shape;175;p6"/>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lt1"/>
              </a:buClr>
              <a:buSzPts val="2000"/>
              <a:buChar char="•"/>
            </a:pPr>
            <a:r>
              <a:rPr lang="en-US" sz="2000" dirty="0"/>
              <a:t>STD-004 Preventing SQL Injection </a:t>
            </a:r>
          </a:p>
          <a:p>
            <a:pPr marL="228600" lvl="0" indent="-228600" algn="l" rtl="0">
              <a:lnSpc>
                <a:spcPct val="90000"/>
              </a:lnSpc>
              <a:spcBef>
                <a:spcPts val="0"/>
              </a:spcBef>
              <a:spcAft>
                <a:spcPts val="0"/>
              </a:spcAft>
              <a:buClr>
                <a:schemeClr val="lt1"/>
              </a:buClr>
              <a:buSzPts val="2000"/>
              <a:buChar char="•"/>
            </a:pPr>
            <a:r>
              <a:rPr lang="en-US" sz="2000" dirty="0"/>
              <a:t>STD-002 Validate Input Values </a:t>
            </a:r>
          </a:p>
          <a:p>
            <a:pPr marL="228600" lvl="0" indent="-228600" algn="l" rtl="0">
              <a:lnSpc>
                <a:spcPct val="90000"/>
              </a:lnSpc>
              <a:spcBef>
                <a:spcPts val="0"/>
              </a:spcBef>
              <a:spcAft>
                <a:spcPts val="0"/>
              </a:spcAft>
              <a:buClr>
                <a:schemeClr val="lt1"/>
              </a:buClr>
              <a:buSzPts val="2000"/>
              <a:buChar char="•"/>
            </a:pPr>
            <a:r>
              <a:rPr lang="en-US" sz="2000" dirty="0"/>
              <a:t>STD-001 Safe Data Types</a:t>
            </a:r>
          </a:p>
          <a:p>
            <a:pPr marL="228600" lvl="0" indent="-228600" algn="l" rtl="0">
              <a:lnSpc>
                <a:spcPct val="90000"/>
              </a:lnSpc>
              <a:spcBef>
                <a:spcPts val="0"/>
              </a:spcBef>
              <a:spcAft>
                <a:spcPts val="0"/>
              </a:spcAft>
              <a:buClr>
                <a:schemeClr val="lt1"/>
              </a:buClr>
              <a:buSzPts val="2000"/>
              <a:buChar char="•"/>
            </a:pPr>
            <a:r>
              <a:rPr lang="en-US" sz="2000" dirty="0"/>
              <a:t>STD-009 Initialize Variables</a:t>
            </a:r>
          </a:p>
          <a:p>
            <a:pPr marL="228600" lvl="0" indent="-228600" algn="l" rtl="0">
              <a:lnSpc>
                <a:spcPct val="90000"/>
              </a:lnSpc>
              <a:spcBef>
                <a:spcPts val="0"/>
              </a:spcBef>
              <a:spcAft>
                <a:spcPts val="0"/>
              </a:spcAft>
              <a:buClr>
                <a:schemeClr val="lt1"/>
              </a:buClr>
              <a:buSzPts val="2000"/>
              <a:buChar char="•"/>
            </a:pPr>
            <a:r>
              <a:rPr lang="en-US" sz="2000" dirty="0"/>
              <a:t>STD-005 Memory Protection</a:t>
            </a:r>
          </a:p>
          <a:p>
            <a:pPr marL="228600" lvl="0" indent="-228600" algn="l" rtl="0">
              <a:lnSpc>
                <a:spcPct val="90000"/>
              </a:lnSpc>
              <a:spcBef>
                <a:spcPts val="0"/>
              </a:spcBef>
              <a:spcAft>
                <a:spcPts val="0"/>
              </a:spcAft>
              <a:buClr>
                <a:schemeClr val="lt1"/>
              </a:buClr>
              <a:buSzPts val="2000"/>
              <a:buChar char="•"/>
            </a:pPr>
            <a:endParaRPr lang="en-US" sz="2000" dirty="0"/>
          </a:p>
          <a:p>
            <a:pPr marL="228600" lvl="0" indent="-228600" algn="l" rtl="0">
              <a:lnSpc>
                <a:spcPct val="90000"/>
              </a:lnSpc>
              <a:spcBef>
                <a:spcPts val="0"/>
              </a:spcBef>
              <a:spcAft>
                <a:spcPts val="0"/>
              </a:spcAft>
              <a:buClr>
                <a:schemeClr val="lt1"/>
              </a:buClr>
              <a:buSzPts val="2000"/>
              <a:buChar char="•"/>
            </a:pPr>
            <a:r>
              <a:rPr lang="en-US" sz="2000" dirty="0"/>
              <a:t>STD-008 Validate Input Sources</a:t>
            </a:r>
          </a:p>
          <a:p>
            <a:pPr marL="228600" lvl="0" indent="-228600" algn="l" rtl="0">
              <a:lnSpc>
                <a:spcPct val="90000"/>
              </a:lnSpc>
              <a:spcBef>
                <a:spcPts val="0"/>
              </a:spcBef>
              <a:spcAft>
                <a:spcPts val="0"/>
              </a:spcAft>
              <a:buClr>
                <a:schemeClr val="lt1"/>
              </a:buClr>
              <a:buSzPts val="2000"/>
              <a:buChar char="•"/>
            </a:pPr>
            <a:r>
              <a:rPr lang="en-US" sz="2000" dirty="0"/>
              <a:t>STD-010 Memory Management</a:t>
            </a:r>
          </a:p>
          <a:p>
            <a:pPr marL="228600" lvl="0" indent="-228600" algn="l" rtl="0">
              <a:lnSpc>
                <a:spcPct val="90000"/>
              </a:lnSpc>
              <a:spcBef>
                <a:spcPts val="0"/>
              </a:spcBef>
              <a:spcAft>
                <a:spcPts val="0"/>
              </a:spcAft>
              <a:buClr>
                <a:schemeClr val="lt1"/>
              </a:buClr>
              <a:buSzPts val="2000"/>
              <a:buChar char="•"/>
            </a:pPr>
            <a:endParaRPr lang="en-US" sz="2000" dirty="0"/>
          </a:p>
          <a:p>
            <a:pPr marL="228600" lvl="0" indent="-228600" algn="l" rtl="0">
              <a:lnSpc>
                <a:spcPct val="90000"/>
              </a:lnSpc>
              <a:spcBef>
                <a:spcPts val="0"/>
              </a:spcBef>
              <a:spcAft>
                <a:spcPts val="0"/>
              </a:spcAft>
              <a:buClr>
                <a:schemeClr val="lt1"/>
              </a:buClr>
              <a:buSzPts val="2000"/>
              <a:buChar char="•"/>
            </a:pPr>
            <a:endParaRPr lang="en-US" sz="2000" dirty="0"/>
          </a:p>
          <a:p>
            <a:pPr marL="0" lvl="0" indent="0" algn="l" rtl="0">
              <a:lnSpc>
                <a:spcPct val="90000"/>
              </a:lnSpc>
              <a:spcBef>
                <a:spcPts val="0"/>
              </a:spcBef>
              <a:spcAft>
                <a:spcPts val="0"/>
              </a:spcAft>
              <a:buClr>
                <a:schemeClr val="lt1"/>
              </a:buClr>
              <a:buSzPts val="2000"/>
              <a:buNone/>
            </a:pPr>
            <a:r>
              <a:rPr lang="en-US" sz="2000" dirty="0"/>
              <a:t>STD-003 String Validation </a:t>
            </a:r>
          </a:p>
          <a:p>
            <a:pPr marL="0" lvl="0" indent="0" algn="l" rtl="0">
              <a:lnSpc>
                <a:spcPct val="90000"/>
              </a:lnSpc>
              <a:spcBef>
                <a:spcPts val="0"/>
              </a:spcBef>
              <a:spcAft>
                <a:spcPts val="0"/>
              </a:spcAft>
              <a:buClr>
                <a:schemeClr val="lt1"/>
              </a:buClr>
              <a:buSzPts val="2000"/>
              <a:buNone/>
            </a:pPr>
            <a:r>
              <a:rPr lang="en-US" sz="2000" dirty="0"/>
              <a:t>STD-007 Exception Handling </a:t>
            </a:r>
          </a:p>
          <a:p>
            <a:pPr marL="0" lvl="0" indent="0" algn="l" rtl="0">
              <a:lnSpc>
                <a:spcPct val="90000"/>
              </a:lnSpc>
              <a:spcBef>
                <a:spcPts val="0"/>
              </a:spcBef>
              <a:spcAft>
                <a:spcPts val="0"/>
              </a:spcAft>
              <a:buClr>
                <a:schemeClr val="lt1"/>
              </a:buClr>
              <a:buSzPts val="2000"/>
              <a:buNone/>
            </a:pPr>
            <a:r>
              <a:rPr lang="en-US" sz="2000" dirty="0"/>
              <a:t>STD-008 Assertion Usage </a:t>
            </a:r>
            <a:endParaRPr dirty="0"/>
          </a:p>
        </p:txBody>
      </p:sp>
      <p:pic>
        <p:nvPicPr>
          <p:cNvPr id="176" name="Google Shape;176;p6"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sp>
        <p:nvSpPr>
          <p:cNvPr id="181" name="Google Shape;181;p7"/>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ENCRYPTION POLICIES</a:t>
            </a:r>
            <a:endParaRPr/>
          </a:p>
        </p:txBody>
      </p:sp>
      <p:sp>
        <p:nvSpPr>
          <p:cNvPr id="182" name="Google Shape;182;p7"/>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lt1"/>
              </a:buClr>
              <a:buSzPts val="2000"/>
              <a:buChar char="•"/>
            </a:pPr>
            <a:r>
              <a:rPr lang="en-US" sz="2000" dirty="0"/>
              <a:t>Encryption in flight – Protects data will it is being transmitted. Prevents interceptions from happening. </a:t>
            </a:r>
          </a:p>
          <a:p>
            <a:pPr marL="228600" lvl="0" indent="-228600" algn="l" rtl="0">
              <a:lnSpc>
                <a:spcPct val="90000"/>
              </a:lnSpc>
              <a:spcBef>
                <a:spcPts val="0"/>
              </a:spcBef>
              <a:spcAft>
                <a:spcPts val="0"/>
              </a:spcAft>
              <a:buClr>
                <a:schemeClr val="lt1"/>
              </a:buClr>
              <a:buSzPts val="2000"/>
              <a:buChar char="•"/>
            </a:pPr>
            <a:endParaRPr lang="en-US" sz="2000" dirty="0"/>
          </a:p>
          <a:p>
            <a:pPr marL="228600" lvl="0" indent="-228600" algn="l" rtl="0">
              <a:lnSpc>
                <a:spcPct val="90000"/>
              </a:lnSpc>
              <a:spcBef>
                <a:spcPts val="0"/>
              </a:spcBef>
              <a:spcAft>
                <a:spcPts val="0"/>
              </a:spcAft>
              <a:buClr>
                <a:schemeClr val="lt1"/>
              </a:buClr>
              <a:buSzPts val="2000"/>
              <a:buChar char="•"/>
            </a:pPr>
            <a:r>
              <a:rPr lang="en-US" sz="2000" dirty="0"/>
              <a:t>Encryption at rest – Protects stored data in databases. Ensure sensitive data can’t be accessed if system are compromised. </a:t>
            </a:r>
          </a:p>
          <a:p>
            <a:pPr marL="228600" lvl="0" indent="-228600" algn="l" rtl="0">
              <a:lnSpc>
                <a:spcPct val="90000"/>
              </a:lnSpc>
              <a:spcBef>
                <a:spcPts val="0"/>
              </a:spcBef>
              <a:spcAft>
                <a:spcPts val="0"/>
              </a:spcAft>
              <a:buClr>
                <a:schemeClr val="lt1"/>
              </a:buClr>
              <a:buSzPts val="2000"/>
              <a:buChar char="•"/>
            </a:pPr>
            <a:endParaRPr lang="en-US" sz="2000" dirty="0"/>
          </a:p>
          <a:p>
            <a:pPr marL="228600" lvl="0" indent="-228600" algn="l" rtl="0">
              <a:lnSpc>
                <a:spcPct val="90000"/>
              </a:lnSpc>
              <a:spcBef>
                <a:spcPts val="0"/>
              </a:spcBef>
              <a:spcAft>
                <a:spcPts val="0"/>
              </a:spcAft>
              <a:buClr>
                <a:schemeClr val="lt1"/>
              </a:buClr>
              <a:buSzPts val="2000"/>
              <a:buChar char="•"/>
            </a:pPr>
            <a:r>
              <a:rPr lang="en-US" sz="2000" dirty="0"/>
              <a:t>Encryption in use – Protects data while it is being processed in memory. </a:t>
            </a:r>
            <a:endParaRPr sz="1600" dirty="0"/>
          </a:p>
          <a:p>
            <a:pPr marL="0" lvl="0" indent="0" algn="l" rtl="0">
              <a:lnSpc>
                <a:spcPct val="90000"/>
              </a:lnSpc>
              <a:spcBef>
                <a:spcPts val="1000"/>
              </a:spcBef>
              <a:spcAft>
                <a:spcPts val="0"/>
              </a:spcAft>
              <a:buClr>
                <a:schemeClr val="lt1"/>
              </a:buClr>
              <a:buSzPts val="1600"/>
              <a:buNone/>
            </a:pPr>
            <a:endParaRPr sz="1600" dirty="0"/>
          </a:p>
          <a:p>
            <a:pPr marL="228600" lvl="0" indent="-88900" algn="l" rtl="0">
              <a:lnSpc>
                <a:spcPct val="90000"/>
              </a:lnSpc>
              <a:spcBef>
                <a:spcPts val="1000"/>
              </a:spcBef>
              <a:spcAft>
                <a:spcPts val="0"/>
              </a:spcAft>
              <a:buClr>
                <a:schemeClr val="lt1"/>
              </a:buClr>
              <a:buSzPts val="2200"/>
              <a:buNone/>
            </a:pPr>
            <a:endParaRPr dirty="0"/>
          </a:p>
        </p:txBody>
      </p:sp>
      <p:pic>
        <p:nvPicPr>
          <p:cNvPr id="183" name="Google Shape;183;p7"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188" name="Google Shape;188;p8"/>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TRIPLE-A POLICIES</a:t>
            </a:r>
            <a:endParaRPr/>
          </a:p>
        </p:txBody>
      </p:sp>
      <p:sp>
        <p:nvSpPr>
          <p:cNvPr id="189" name="Google Shape;189;p8"/>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lt1"/>
              </a:buClr>
              <a:buSzPts val="2400"/>
              <a:buChar char="•"/>
            </a:pPr>
            <a:r>
              <a:rPr lang="en-US" sz="2400" dirty="0"/>
              <a:t>Authentication ensure users are properly verified before accessing the system. Using methods like passwords, biometrics. </a:t>
            </a:r>
          </a:p>
          <a:p>
            <a:pPr marL="228600" lvl="0" indent="-228600" algn="l" rtl="0">
              <a:lnSpc>
                <a:spcPct val="90000"/>
              </a:lnSpc>
              <a:spcBef>
                <a:spcPts val="0"/>
              </a:spcBef>
              <a:spcAft>
                <a:spcPts val="0"/>
              </a:spcAft>
              <a:buClr>
                <a:schemeClr val="lt1"/>
              </a:buClr>
              <a:buSzPts val="2400"/>
              <a:buChar char="•"/>
            </a:pPr>
            <a:endParaRPr lang="en-US" sz="2400" dirty="0"/>
          </a:p>
          <a:p>
            <a:pPr marL="228600" lvl="0" indent="-228600" algn="l" rtl="0">
              <a:lnSpc>
                <a:spcPct val="90000"/>
              </a:lnSpc>
              <a:spcBef>
                <a:spcPts val="0"/>
              </a:spcBef>
              <a:spcAft>
                <a:spcPts val="0"/>
              </a:spcAft>
              <a:buClr>
                <a:schemeClr val="lt1"/>
              </a:buClr>
              <a:buSzPts val="2400"/>
              <a:buChar char="•"/>
            </a:pPr>
            <a:endParaRPr lang="en-US" sz="2400" dirty="0"/>
          </a:p>
          <a:p>
            <a:pPr marL="228600" lvl="0" indent="-228600" algn="l" rtl="0">
              <a:lnSpc>
                <a:spcPct val="90000"/>
              </a:lnSpc>
              <a:spcBef>
                <a:spcPts val="0"/>
              </a:spcBef>
              <a:spcAft>
                <a:spcPts val="0"/>
              </a:spcAft>
              <a:buClr>
                <a:schemeClr val="lt1"/>
              </a:buClr>
              <a:buSzPts val="2400"/>
              <a:buChar char="•"/>
            </a:pPr>
            <a:r>
              <a:rPr lang="en-US" sz="2400" dirty="0"/>
              <a:t>Authorization controls what actions users are allowed to perform based on their roles. </a:t>
            </a:r>
          </a:p>
          <a:p>
            <a:pPr marL="0" lvl="0" indent="0" algn="l" rtl="0">
              <a:lnSpc>
                <a:spcPct val="90000"/>
              </a:lnSpc>
              <a:spcBef>
                <a:spcPts val="0"/>
              </a:spcBef>
              <a:spcAft>
                <a:spcPts val="0"/>
              </a:spcAft>
              <a:buClr>
                <a:schemeClr val="lt1"/>
              </a:buClr>
              <a:buSzPts val="2400"/>
              <a:buNone/>
            </a:pPr>
            <a:endParaRPr lang="en-US" sz="2400" dirty="0"/>
          </a:p>
        </p:txBody>
      </p:sp>
      <p:pic>
        <p:nvPicPr>
          <p:cNvPr id="190" name="Google Shape;190;p8"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sp>
        <p:nvSpPr>
          <p:cNvPr id="195" name="Google Shape;195;g9504e29505_0_0"/>
          <p:cNvSpPr txBox="1">
            <a:spLocks noGrp="1"/>
          </p:cNvSpPr>
          <p:nvPr>
            <p:ph type="title"/>
          </p:nvPr>
        </p:nvSpPr>
        <p:spPr>
          <a:xfrm>
            <a:off x="2895600" y="764373"/>
            <a:ext cx="8610600" cy="1293000"/>
          </a:xfrm>
          <a:prstGeom prst="rect">
            <a:avLst/>
          </a:prstGeom>
          <a:noFill/>
          <a:ln>
            <a:noFill/>
          </a:ln>
        </p:spPr>
        <p:txBody>
          <a:bodyPr spcFirstLastPara="1" wrap="square" lIns="91425" tIns="45700" rIns="91425" bIns="45700" anchor="ctr" anchorCtr="0">
            <a:noAutofit/>
          </a:bodyPr>
          <a:lstStyle/>
          <a:p>
            <a:pPr marL="0" lvl="0" indent="0" algn="r" rtl="0">
              <a:lnSpc>
                <a:spcPct val="90000"/>
              </a:lnSpc>
              <a:spcBef>
                <a:spcPts val="0"/>
              </a:spcBef>
              <a:spcAft>
                <a:spcPts val="0"/>
              </a:spcAft>
              <a:buSzPts val="1800"/>
              <a:buNone/>
            </a:pPr>
            <a:r>
              <a:rPr lang="en-US"/>
              <a:t>Unit Testing</a:t>
            </a:r>
            <a:endParaRPr/>
          </a:p>
        </p:txBody>
      </p:sp>
      <p:sp>
        <p:nvSpPr>
          <p:cNvPr id="196" name="Google Shape;196;g9504e29505_0_0"/>
          <p:cNvSpPr txBox="1">
            <a:spLocks noGrp="1"/>
          </p:cNvSpPr>
          <p:nvPr>
            <p:ph type="body" idx="1"/>
          </p:nvPr>
        </p:nvSpPr>
        <p:spPr>
          <a:xfrm>
            <a:off x="685800" y="2194560"/>
            <a:ext cx="10820400" cy="402420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1000"/>
              </a:spcBef>
              <a:spcAft>
                <a:spcPts val="0"/>
              </a:spcAft>
              <a:buSzPts val="1800"/>
              <a:buNone/>
            </a:pPr>
            <a:r>
              <a:rPr lang="en-US" dirty="0"/>
              <a:t>[Identify the coding vulnerability you chose to test. Include four to six mixed tests for positive and negative results. Include a slide for each test. Use the question for the test as the title. Show the results.]</a:t>
            </a:r>
            <a:endParaRPr dirty="0"/>
          </a:p>
        </p:txBody>
      </p:sp>
      <p:pic>
        <p:nvPicPr>
          <p:cNvPr id="197" name="Google Shape;197;g9504e29505_0_0"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D2C785-80EA-386F-0340-FAC0E461F8C1}"/>
              </a:ext>
            </a:extLst>
          </p:cNvPr>
          <p:cNvSpPr>
            <a:spLocks noGrp="1"/>
          </p:cNvSpPr>
          <p:nvPr>
            <p:ph type="title"/>
          </p:nvPr>
        </p:nvSpPr>
        <p:spPr/>
        <p:txBody>
          <a:bodyPr/>
          <a:lstStyle/>
          <a:p>
            <a:r>
              <a:rPr lang="en-US" dirty="0"/>
              <a:t>Unit test 1</a:t>
            </a:r>
          </a:p>
        </p:txBody>
      </p:sp>
      <p:sp>
        <p:nvSpPr>
          <p:cNvPr id="3" name="Text Placeholder 2">
            <a:extLst>
              <a:ext uri="{FF2B5EF4-FFF2-40B4-BE49-F238E27FC236}">
                <a16:creationId xmlns:a16="http://schemas.microsoft.com/office/drawing/2014/main" id="{64D08909-2A51-DEB6-00AE-1ED0ED7ECF3C}"/>
              </a:ext>
            </a:extLst>
          </p:cNvPr>
          <p:cNvSpPr>
            <a:spLocks noGrp="1"/>
          </p:cNvSpPr>
          <p:nvPr>
            <p:ph type="body" idx="1"/>
          </p:nvPr>
        </p:nvSpPr>
        <p:spPr/>
        <p:txBody>
          <a:bodyPr/>
          <a:lstStyle/>
          <a:p>
            <a:r>
              <a:rPr lang="en-US" dirty="0"/>
              <a:t>Does system accept a valid name input?</a:t>
            </a:r>
          </a:p>
          <a:p>
            <a:endParaRPr lang="en-US" dirty="0"/>
          </a:p>
          <a:p>
            <a:r>
              <a:rPr lang="en-US" dirty="0"/>
              <a:t>Test Input: Juan </a:t>
            </a:r>
          </a:p>
          <a:p>
            <a:r>
              <a:rPr lang="en-US" dirty="0"/>
              <a:t>Excepted Result: Accepted</a:t>
            </a:r>
          </a:p>
          <a:p>
            <a:r>
              <a:rPr lang="en-US" dirty="0"/>
              <a:t>Actual Result: Passed</a:t>
            </a:r>
          </a:p>
          <a:p>
            <a:r>
              <a:rPr lang="en-US" dirty="0"/>
              <a:t>Outcome: Positive test, valid alphabetic input is processed correctly</a:t>
            </a:r>
          </a:p>
        </p:txBody>
      </p:sp>
    </p:spTree>
    <p:extLst>
      <p:ext uri="{BB962C8B-B14F-4D97-AF65-F5344CB8AC3E}">
        <p14:creationId xmlns:p14="http://schemas.microsoft.com/office/powerpoint/2010/main" val="36169769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DE57BD-AE55-5139-C597-A3C61850A95C}"/>
              </a:ext>
            </a:extLst>
          </p:cNvPr>
          <p:cNvSpPr>
            <a:spLocks noGrp="1"/>
          </p:cNvSpPr>
          <p:nvPr>
            <p:ph type="title"/>
          </p:nvPr>
        </p:nvSpPr>
        <p:spPr/>
        <p:txBody>
          <a:bodyPr/>
          <a:lstStyle/>
          <a:p>
            <a:r>
              <a:rPr lang="en-US" dirty="0"/>
              <a:t>Unit test 2</a:t>
            </a:r>
          </a:p>
        </p:txBody>
      </p:sp>
      <p:sp>
        <p:nvSpPr>
          <p:cNvPr id="3" name="Text Placeholder 2">
            <a:extLst>
              <a:ext uri="{FF2B5EF4-FFF2-40B4-BE49-F238E27FC236}">
                <a16:creationId xmlns:a16="http://schemas.microsoft.com/office/drawing/2014/main" id="{678824EE-F266-1625-D98E-5E4C40A5E56A}"/>
              </a:ext>
            </a:extLst>
          </p:cNvPr>
          <p:cNvSpPr>
            <a:spLocks noGrp="1"/>
          </p:cNvSpPr>
          <p:nvPr>
            <p:ph type="body" idx="1"/>
          </p:nvPr>
        </p:nvSpPr>
        <p:spPr/>
        <p:txBody>
          <a:bodyPr/>
          <a:lstStyle/>
          <a:p>
            <a:r>
              <a:rPr lang="en-US" dirty="0"/>
              <a:t>Does system reject an empty input?</a:t>
            </a:r>
          </a:p>
          <a:p>
            <a:endParaRPr lang="en-US" dirty="0"/>
          </a:p>
          <a:p>
            <a:r>
              <a:rPr lang="en-US" dirty="0"/>
              <a:t>Test Input:””</a:t>
            </a:r>
          </a:p>
          <a:p>
            <a:r>
              <a:rPr lang="en-US" dirty="0"/>
              <a:t>Excepted Result: Rejected</a:t>
            </a:r>
          </a:p>
          <a:p>
            <a:r>
              <a:rPr lang="en-US" dirty="0"/>
              <a:t>Actual Result: Passed</a:t>
            </a:r>
          </a:p>
          <a:p>
            <a:r>
              <a:rPr lang="en-US" dirty="0"/>
              <a:t>Outcome: Negative test, empty values are blocked before processing</a:t>
            </a:r>
          </a:p>
        </p:txBody>
      </p:sp>
    </p:spTree>
    <p:extLst>
      <p:ext uri="{BB962C8B-B14F-4D97-AF65-F5344CB8AC3E}">
        <p14:creationId xmlns:p14="http://schemas.microsoft.com/office/powerpoint/2010/main" val="248511763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45F2F6-23F9-007E-BC16-0781C67080CF}"/>
              </a:ext>
            </a:extLst>
          </p:cNvPr>
          <p:cNvSpPr>
            <a:spLocks noGrp="1"/>
          </p:cNvSpPr>
          <p:nvPr>
            <p:ph type="title"/>
          </p:nvPr>
        </p:nvSpPr>
        <p:spPr/>
        <p:txBody>
          <a:bodyPr/>
          <a:lstStyle/>
          <a:p>
            <a:r>
              <a:rPr lang="en-US" dirty="0"/>
              <a:t>Unit test 3</a:t>
            </a:r>
          </a:p>
        </p:txBody>
      </p:sp>
      <p:sp>
        <p:nvSpPr>
          <p:cNvPr id="3" name="Text Placeholder 2">
            <a:extLst>
              <a:ext uri="{FF2B5EF4-FFF2-40B4-BE49-F238E27FC236}">
                <a16:creationId xmlns:a16="http://schemas.microsoft.com/office/drawing/2014/main" id="{5CA7EF1E-147F-514C-B873-C497C473FE6D}"/>
              </a:ext>
            </a:extLst>
          </p:cNvPr>
          <p:cNvSpPr>
            <a:spLocks noGrp="1"/>
          </p:cNvSpPr>
          <p:nvPr>
            <p:ph type="body" idx="1"/>
          </p:nvPr>
        </p:nvSpPr>
        <p:spPr/>
        <p:txBody>
          <a:bodyPr/>
          <a:lstStyle/>
          <a:p>
            <a:r>
              <a:rPr lang="en-US" dirty="0"/>
              <a:t>Does system reject numbers in the name field?</a:t>
            </a:r>
          </a:p>
          <a:p>
            <a:endParaRPr lang="en-US" dirty="0"/>
          </a:p>
          <a:p>
            <a:r>
              <a:rPr lang="en-US" dirty="0"/>
              <a:t>Test Input: “Juan123”</a:t>
            </a:r>
          </a:p>
          <a:p>
            <a:r>
              <a:rPr lang="en-US" dirty="0"/>
              <a:t>Excepted Result: Rejected</a:t>
            </a:r>
          </a:p>
          <a:p>
            <a:r>
              <a:rPr lang="en-US" dirty="0"/>
              <a:t>Actual Result: Passed</a:t>
            </a:r>
          </a:p>
          <a:p>
            <a:r>
              <a:rPr lang="en-US" dirty="0"/>
              <a:t>Outcome: Negative test, invalid characters are caught by validation rules</a:t>
            </a:r>
          </a:p>
        </p:txBody>
      </p:sp>
    </p:spTree>
    <p:extLst>
      <p:ext uri="{BB962C8B-B14F-4D97-AF65-F5344CB8AC3E}">
        <p14:creationId xmlns:p14="http://schemas.microsoft.com/office/powerpoint/2010/main" val="405319214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50888A-5A3F-3B8E-E2B6-CA74E49E2D85}"/>
              </a:ext>
            </a:extLst>
          </p:cNvPr>
          <p:cNvSpPr>
            <a:spLocks noGrp="1"/>
          </p:cNvSpPr>
          <p:nvPr>
            <p:ph type="title"/>
          </p:nvPr>
        </p:nvSpPr>
        <p:spPr/>
        <p:txBody>
          <a:bodyPr/>
          <a:lstStyle/>
          <a:p>
            <a:r>
              <a:rPr lang="en-US" dirty="0"/>
              <a:t>Unit test 4</a:t>
            </a:r>
          </a:p>
        </p:txBody>
      </p:sp>
      <p:sp>
        <p:nvSpPr>
          <p:cNvPr id="3" name="Text Placeholder 2">
            <a:extLst>
              <a:ext uri="{FF2B5EF4-FFF2-40B4-BE49-F238E27FC236}">
                <a16:creationId xmlns:a16="http://schemas.microsoft.com/office/drawing/2014/main" id="{666B9BBD-AA9F-2208-F572-BCD9AC41ED56}"/>
              </a:ext>
            </a:extLst>
          </p:cNvPr>
          <p:cNvSpPr>
            <a:spLocks noGrp="1"/>
          </p:cNvSpPr>
          <p:nvPr>
            <p:ph type="body" idx="1"/>
          </p:nvPr>
        </p:nvSpPr>
        <p:spPr/>
        <p:txBody>
          <a:bodyPr/>
          <a:lstStyle/>
          <a:p>
            <a:r>
              <a:rPr lang="en-US" dirty="0"/>
              <a:t>Does the system reject special characters in the input?</a:t>
            </a:r>
          </a:p>
          <a:p>
            <a:endParaRPr lang="en-US" dirty="0"/>
          </a:p>
          <a:p>
            <a:r>
              <a:rPr lang="en-US" dirty="0"/>
              <a:t>Test Input: “Juan@@” </a:t>
            </a:r>
          </a:p>
          <a:p>
            <a:r>
              <a:rPr lang="en-US" dirty="0"/>
              <a:t>Excepted Result: Rejected</a:t>
            </a:r>
          </a:p>
          <a:p>
            <a:r>
              <a:rPr lang="en-US" dirty="0"/>
              <a:t>Actual Result: Passed</a:t>
            </a:r>
          </a:p>
          <a:p>
            <a:r>
              <a:rPr lang="en-US" dirty="0"/>
              <a:t>Outcome: Negative test, special characters are not allowed in the field. </a:t>
            </a:r>
          </a:p>
        </p:txBody>
      </p:sp>
    </p:spTree>
    <p:extLst>
      <p:ext uri="{BB962C8B-B14F-4D97-AF65-F5344CB8AC3E}">
        <p14:creationId xmlns:p14="http://schemas.microsoft.com/office/powerpoint/2010/main" val="152820718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2" name="Google Shape;202;p9"/>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AUTOMATION SUMMARY</a:t>
            </a:r>
            <a:endParaRPr/>
          </a:p>
        </p:txBody>
      </p:sp>
      <p:pic>
        <p:nvPicPr>
          <p:cNvPr id="203" name="Google Shape;203;p9" descr="DevSec Ops Toolchain Diagram&#10;Graphical representation of the automation process used in the enforcement and compliance of the Security Policy Standards.&#10;The illustration shows a figure eight or infinity symbol to illustrate that the cycle of development is continuous. It starts with assessing and planning, to designing and building with DevSecOps in the center of the continuous loop to maintain system integrity and then make additional changes to make it more secure."/>
          <p:cNvPicPr preferRelativeResize="0">
            <a:picLocks noGrp="1"/>
          </p:cNvPicPr>
          <p:nvPr>
            <p:ph type="body" idx="1"/>
          </p:nvPr>
        </p:nvPicPr>
        <p:blipFill rotWithShape="1">
          <a:blip r:embed="rId4">
            <a:alphaModFix/>
          </a:blip>
          <a:srcRect/>
          <a:stretch/>
        </p:blipFill>
        <p:spPr>
          <a:xfrm>
            <a:off x="2127250" y="2199481"/>
            <a:ext cx="7937500" cy="4013200"/>
          </a:xfrm>
          <a:prstGeom prst="rect">
            <a:avLst/>
          </a:prstGeom>
          <a:noFill/>
          <a:ln>
            <a:noFill/>
          </a:ln>
        </p:spPr>
      </p:pic>
      <p:pic>
        <p:nvPicPr>
          <p:cNvPr id="204" name="Google Shape;204;p9" descr="Green Pace logo"/>
          <p:cNvPicPr preferRelativeResize="0"/>
          <p:nvPr/>
        </p:nvPicPr>
        <p:blipFill>
          <a:blip r:embed="rId5">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08"/>
        <p:cNvGrpSpPr/>
        <p:nvPr/>
      </p:nvGrpSpPr>
      <p:grpSpPr>
        <a:xfrm>
          <a:off x="0" y="0"/>
          <a:ext cx="0" cy="0"/>
          <a:chOff x="0" y="0"/>
          <a:chExt cx="0" cy="0"/>
        </a:xfrm>
      </p:grpSpPr>
      <p:sp>
        <p:nvSpPr>
          <p:cNvPr id="209" name="Google Shape;209;p10"/>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TOOLS</a:t>
            </a:r>
            <a:endParaRPr/>
          </a:p>
        </p:txBody>
      </p:sp>
      <p:sp>
        <p:nvSpPr>
          <p:cNvPr id="210" name="Google Shape;210;p10"/>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p>
            <a:pPr marL="685800" lvl="1" indent="-228600" algn="l" rtl="0">
              <a:lnSpc>
                <a:spcPct val="90000"/>
              </a:lnSpc>
              <a:spcBef>
                <a:spcPts val="0"/>
              </a:spcBef>
              <a:spcAft>
                <a:spcPts val="0"/>
              </a:spcAft>
              <a:buClr>
                <a:schemeClr val="lt1"/>
              </a:buClr>
              <a:buSzPts val="2000"/>
              <a:buChar char="•"/>
            </a:pPr>
            <a:r>
              <a:rPr lang="en-US" dirty="0"/>
              <a:t>DevOps pipeline uses multiple tools to enforce security at each stage. </a:t>
            </a:r>
          </a:p>
          <a:p>
            <a:pPr marL="685800" lvl="1" indent="-228600" algn="l" rtl="0">
              <a:lnSpc>
                <a:spcPct val="90000"/>
              </a:lnSpc>
              <a:spcBef>
                <a:spcPts val="0"/>
              </a:spcBef>
              <a:spcAft>
                <a:spcPts val="0"/>
              </a:spcAft>
              <a:buClr>
                <a:schemeClr val="lt1"/>
              </a:buClr>
              <a:buSzPts val="2000"/>
              <a:buChar char="•"/>
            </a:pPr>
            <a:endParaRPr sz="1600" dirty="0"/>
          </a:p>
          <a:p>
            <a:pPr marL="685800" lvl="1" indent="-228600" algn="l" rtl="0">
              <a:lnSpc>
                <a:spcPct val="90000"/>
              </a:lnSpc>
              <a:spcBef>
                <a:spcPts val="500"/>
              </a:spcBef>
              <a:spcAft>
                <a:spcPts val="0"/>
              </a:spcAft>
              <a:buClr>
                <a:schemeClr val="lt1"/>
              </a:buClr>
              <a:buSzPts val="2000"/>
              <a:buChar char="•"/>
            </a:pPr>
            <a:r>
              <a:rPr lang="en-US" dirty="0"/>
              <a:t>Static analysis tools such as </a:t>
            </a:r>
            <a:r>
              <a:rPr lang="en-US" dirty="0" err="1"/>
              <a:t>Astree</a:t>
            </a:r>
            <a:r>
              <a:rPr lang="en-US" dirty="0"/>
              <a:t> and </a:t>
            </a:r>
            <a:r>
              <a:rPr lang="en-US" dirty="0" err="1"/>
              <a:t>CodeSonar</a:t>
            </a:r>
            <a:r>
              <a:rPr lang="en-US" dirty="0"/>
              <a:t> are used during development to detect vulnerabilities. </a:t>
            </a:r>
          </a:p>
          <a:p>
            <a:pPr marL="685800" lvl="1" indent="-228600" algn="l" rtl="0">
              <a:lnSpc>
                <a:spcPct val="90000"/>
              </a:lnSpc>
              <a:spcBef>
                <a:spcPts val="500"/>
              </a:spcBef>
              <a:spcAft>
                <a:spcPts val="0"/>
              </a:spcAft>
              <a:buClr>
                <a:schemeClr val="lt1"/>
              </a:buClr>
              <a:buSzPts val="2000"/>
              <a:buChar char="•"/>
            </a:pPr>
            <a:endParaRPr lang="en-US" sz="1600" dirty="0"/>
          </a:p>
          <a:p>
            <a:pPr marL="685800" lvl="1" indent="-228600" algn="l" rtl="0">
              <a:lnSpc>
                <a:spcPct val="90000"/>
              </a:lnSpc>
              <a:spcBef>
                <a:spcPts val="500"/>
              </a:spcBef>
              <a:spcAft>
                <a:spcPts val="0"/>
              </a:spcAft>
              <a:buClr>
                <a:schemeClr val="lt1"/>
              </a:buClr>
              <a:buSzPts val="2000"/>
              <a:buChar char="•"/>
            </a:pPr>
            <a:r>
              <a:rPr lang="en-US" sz="1600" dirty="0"/>
              <a:t>UT framework validate security rules like input validation. While CI/CD pipelines automate these checks. </a:t>
            </a:r>
            <a:endParaRPr sz="1600" dirty="0"/>
          </a:p>
        </p:txBody>
      </p:sp>
      <p:pic>
        <p:nvPicPr>
          <p:cNvPr id="211" name="Google Shape;211;p10"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15"/>
        <p:cNvGrpSpPr/>
        <p:nvPr/>
      </p:nvGrpSpPr>
      <p:grpSpPr>
        <a:xfrm>
          <a:off x="0" y="0"/>
          <a:ext cx="0" cy="0"/>
          <a:chOff x="0" y="0"/>
          <a:chExt cx="0" cy="0"/>
        </a:xfrm>
      </p:grpSpPr>
      <p:sp>
        <p:nvSpPr>
          <p:cNvPr id="216" name="Google Shape;216;p11"/>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RISKS AND BENEFITS</a:t>
            </a:r>
            <a:endParaRPr/>
          </a:p>
        </p:txBody>
      </p:sp>
      <p:sp>
        <p:nvSpPr>
          <p:cNvPr id="217" name="Google Shape;217;p11"/>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lt1"/>
              </a:buClr>
              <a:buSzPts val="2000"/>
              <a:buChar char="•"/>
            </a:pPr>
            <a:r>
              <a:rPr lang="en-US" sz="2000" dirty="0"/>
              <a:t>Delaying security implementation can lead to vulnerabilities like SQL injection and memory issues becoming harder to fix. Acting early and identify threats to be identified and mitigated through practices like input validation and automated testing. </a:t>
            </a:r>
            <a:endParaRPr dirty="0"/>
          </a:p>
        </p:txBody>
      </p:sp>
      <p:pic>
        <p:nvPicPr>
          <p:cNvPr id="218" name="Google Shape;218;p11"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sp>
        <p:nvSpPr>
          <p:cNvPr id="223" name="Google Shape;223;p12"/>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RECOMMENDATIONS</a:t>
            </a:r>
            <a:endParaRPr/>
          </a:p>
        </p:txBody>
      </p:sp>
      <p:sp>
        <p:nvSpPr>
          <p:cNvPr id="224" name="Google Shape;224;p12"/>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p>
            <a:pPr marL="914400" lvl="2" indent="0" algn="l" rtl="0">
              <a:lnSpc>
                <a:spcPct val="90000"/>
              </a:lnSpc>
              <a:spcBef>
                <a:spcPts val="0"/>
              </a:spcBef>
              <a:spcAft>
                <a:spcPts val="0"/>
              </a:spcAft>
              <a:buClr>
                <a:schemeClr val="lt1"/>
              </a:buClr>
              <a:buSzPts val="1800"/>
              <a:buNone/>
            </a:pPr>
            <a:r>
              <a:rPr lang="en-US" sz="1400" dirty="0"/>
              <a:t>Security policy lacks continuous monitoring improvements, regular policy updates. </a:t>
            </a:r>
          </a:p>
          <a:p>
            <a:pPr marL="914400" lvl="2" indent="0" algn="l" rtl="0">
              <a:lnSpc>
                <a:spcPct val="90000"/>
              </a:lnSpc>
              <a:spcBef>
                <a:spcPts val="0"/>
              </a:spcBef>
              <a:spcAft>
                <a:spcPts val="0"/>
              </a:spcAft>
              <a:buClr>
                <a:schemeClr val="lt1"/>
              </a:buClr>
              <a:buSzPts val="1800"/>
              <a:buNone/>
            </a:pPr>
            <a:r>
              <a:rPr lang="en-US" sz="1400" dirty="0"/>
              <a:t>Strengthening areas such as real time monitoring, automated response systems. </a:t>
            </a:r>
            <a:endParaRPr sz="1400" dirty="0"/>
          </a:p>
        </p:txBody>
      </p:sp>
      <p:pic>
        <p:nvPicPr>
          <p:cNvPr id="225" name="Google Shape;225;p12"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29"/>
        <p:cNvGrpSpPr/>
        <p:nvPr/>
      </p:nvGrpSpPr>
      <p:grpSpPr>
        <a:xfrm>
          <a:off x="0" y="0"/>
          <a:ext cx="0" cy="0"/>
          <a:chOff x="0" y="0"/>
          <a:chExt cx="0" cy="0"/>
        </a:xfrm>
      </p:grpSpPr>
      <p:sp>
        <p:nvSpPr>
          <p:cNvPr id="230" name="Google Shape;230;p13"/>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CONCLUSIONS</a:t>
            </a:r>
            <a:endParaRPr/>
          </a:p>
        </p:txBody>
      </p:sp>
      <p:sp>
        <p:nvSpPr>
          <p:cNvPr id="231" name="Google Shape;231;p13"/>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lt1"/>
              </a:buClr>
              <a:buSzPts val="2200"/>
              <a:buChar char="•"/>
            </a:pPr>
            <a:r>
              <a:rPr lang="en-US" dirty="0"/>
              <a:t>To prevent future problems, Green Pace should adopt coding standards. Standard security monitoring, vulnerability scanning, regular updates to ensure code is up to standards to handle any oncoming threats. </a:t>
            </a:r>
            <a:endParaRPr sz="1800" dirty="0"/>
          </a:p>
          <a:p>
            <a:pPr marL="228600" lvl="0" indent="-88900" algn="l" rtl="0">
              <a:lnSpc>
                <a:spcPct val="90000"/>
              </a:lnSpc>
              <a:spcBef>
                <a:spcPts val="1000"/>
              </a:spcBef>
              <a:spcAft>
                <a:spcPts val="0"/>
              </a:spcAft>
              <a:buClr>
                <a:schemeClr val="lt1"/>
              </a:buClr>
              <a:buSzPts val="2200"/>
              <a:buNone/>
            </a:pPr>
            <a:endParaRPr dirty="0"/>
          </a:p>
        </p:txBody>
      </p:sp>
      <p:pic>
        <p:nvPicPr>
          <p:cNvPr id="232" name="Google Shape;232;p13"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sp>
        <p:nvSpPr>
          <p:cNvPr id="237" name="Google Shape;237;p14"/>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REFERENCES</a:t>
            </a:r>
            <a:endParaRPr/>
          </a:p>
        </p:txBody>
      </p:sp>
      <p:pic>
        <p:nvPicPr>
          <p:cNvPr id="239" name="Google Shape;239;p14"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
        <p:nvSpPr>
          <p:cNvPr id="5" name="Rectangle 3">
            <a:extLst>
              <a:ext uri="{FF2B5EF4-FFF2-40B4-BE49-F238E27FC236}">
                <a16:creationId xmlns:a16="http://schemas.microsoft.com/office/drawing/2014/main" id="{A8D41775-8414-7401-8F06-3C65A21843A2}"/>
              </a:ext>
            </a:extLst>
          </p:cNvPr>
          <p:cNvSpPr>
            <a:spLocks noGrp="1" noChangeArrowheads="1"/>
          </p:cNvSpPr>
          <p:nvPr>
            <p:ph type="body" idx="1"/>
          </p:nvPr>
        </p:nvSpPr>
        <p:spPr bwMode="auto">
          <a:xfrm>
            <a:off x="522171" y="1843332"/>
            <a:ext cx="10092828" cy="21544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1" u="none" strike="noStrike" cap="none" normalizeH="0" baseline="0" dirty="0" err="1">
                <a:ln>
                  <a:noFill/>
                </a:ln>
                <a:solidFill>
                  <a:schemeClr val="bg1"/>
                </a:solidFill>
                <a:effectLst/>
                <a:latin typeface="Arial" panose="020B0604020202020204" pitchFamily="34" charset="0"/>
              </a:rPr>
              <a:t>Owasp</a:t>
            </a:r>
            <a:r>
              <a:rPr kumimoji="0" lang="en-US" altLang="en-US" sz="1400" b="0" i="1" u="none" strike="noStrike" cap="none" normalizeH="0" baseline="0" dirty="0">
                <a:ln>
                  <a:noFill/>
                </a:ln>
                <a:solidFill>
                  <a:schemeClr val="bg1"/>
                </a:solidFill>
                <a:effectLst/>
                <a:latin typeface="Arial" panose="020B0604020202020204" pitchFamily="34" charset="0"/>
              </a:rPr>
              <a:t> Top ten web application security risks</a:t>
            </a:r>
            <a:r>
              <a:rPr kumimoji="0" lang="en-US" altLang="en-US" sz="1400" b="0" i="0" u="none" strike="noStrike" cap="none" normalizeH="0" baseline="0" dirty="0">
                <a:ln>
                  <a:noFill/>
                </a:ln>
                <a:solidFill>
                  <a:schemeClr val="bg1"/>
                </a:solidFill>
                <a:effectLst/>
                <a:latin typeface="Arial" panose="020B0604020202020204" pitchFamily="34" charset="0"/>
              </a:rPr>
              <a:t>. OWASP Foundation. (n.d.). https://</a:t>
            </a:r>
            <a:r>
              <a:rPr kumimoji="0" lang="en-US" altLang="en-US" sz="1400" b="0" i="0" u="none" strike="noStrike" cap="none" normalizeH="0" baseline="0" dirty="0" err="1">
                <a:ln>
                  <a:noFill/>
                </a:ln>
                <a:solidFill>
                  <a:schemeClr val="bg1"/>
                </a:solidFill>
                <a:effectLst/>
                <a:latin typeface="Arial" panose="020B0604020202020204" pitchFamily="34" charset="0"/>
              </a:rPr>
              <a:t>owasp.org</a:t>
            </a:r>
            <a:r>
              <a:rPr kumimoji="0" lang="en-US" altLang="en-US" sz="1400" b="0" i="0" u="none" strike="noStrike" cap="none" normalizeH="0" baseline="0" dirty="0">
                <a:ln>
                  <a:noFill/>
                </a:ln>
                <a:solidFill>
                  <a:schemeClr val="bg1"/>
                </a:solidFill>
                <a:effectLst/>
                <a:latin typeface="Arial" panose="020B0604020202020204" pitchFamily="34" charset="0"/>
              </a:rPr>
              <a:t>/www-project-top-ten/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0" i="0" u="none" strike="noStrike" cap="none" normalizeH="0" baseline="0" dirty="0">
              <a:ln>
                <a:noFill/>
              </a:ln>
              <a:solidFill>
                <a:schemeClr val="bg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400" dirty="0">
              <a:solidFill>
                <a:schemeClr val="bg1"/>
              </a:solidFill>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400" dirty="0">
              <a:solidFill>
                <a:schemeClr val="bg1"/>
              </a:solidFill>
            </a:endParaRPr>
          </a:p>
          <a:p>
            <a:pPr marL="0" indent="0">
              <a:lnSpc>
                <a:spcPct val="100000"/>
              </a:lnSpc>
              <a:buClrTx/>
              <a:buSzTx/>
              <a:buNone/>
            </a:pPr>
            <a:r>
              <a:rPr lang="en-US" altLang="en-US" sz="1400" dirty="0" err="1">
                <a:solidFill>
                  <a:schemeClr val="bg1"/>
                </a:solidFill>
              </a:rPr>
              <a:t>Souppaya</a:t>
            </a:r>
            <a:r>
              <a:rPr lang="en-US" altLang="en-US" sz="1400" dirty="0">
                <a:solidFill>
                  <a:schemeClr val="bg1"/>
                </a:solidFill>
              </a:rPr>
              <a:t>, M., Scarfone, K., &amp; Dodson, D. (2022, February 3). </a:t>
            </a:r>
            <a:r>
              <a:rPr lang="en-US" altLang="en-US" sz="1400" i="1" dirty="0">
                <a:solidFill>
                  <a:schemeClr val="bg1"/>
                </a:solidFill>
              </a:rPr>
              <a:t>Secure software development framework (SSDF) version 1.1: </a:t>
            </a:r>
          </a:p>
          <a:p>
            <a:pPr marL="0" indent="0">
              <a:lnSpc>
                <a:spcPct val="100000"/>
              </a:lnSpc>
              <a:buClrTx/>
              <a:buSzTx/>
              <a:buNone/>
            </a:pPr>
            <a:r>
              <a:rPr lang="en-US" altLang="en-US" sz="1400" i="1" dirty="0">
                <a:solidFill>
                  <a:schemeClr val="bg1"/>
                </a:solidFill>
              </a:rPr>
              <a:t>Recommendations for mitigating the risk of software vulnerabilities</a:t>
            </a:r>
            <a:r>
              <a:rPr lang="en-US" altLang="en-US" sz="1400" dirty="0">
                <a:solidFill>
                  <a:schemeClr val="bg1"/>
                </a:solidFill>
              </a:rPr>
              <a:t>. CSRC. https://</a:t>
            </a:r>
            <a:r>
              <a:rPr lang="en-US" altLang="en-US" sz="1400" dirty="0" err="1">
                <a:solidFill>
                  <a:schemeClr val="bg1"/>
                </a:solidFill>
              </a:rPr>
              <a:t>csrc.nist.gov</a:t>
            </a:r>
            <a:r>
              <a:rPr lang="en-US" altLang="en-US" sz="1400" dirty="0">
                <a:solidFill>
                  <a:schemeClr val="bg1"/>
                </a:solidFill>
              </a:rPr>
              <a:t>/pubs/</a:t>
            </a:r>
            <a:r>
              <a:rPr lang="en-US" altLang="en-US" sz="1400" dirty="0" err="1">
                <a:solidFill>
                  <a:schemeClr val="bg1"/>
                </a:solidFill>
              </a:rPr>
              <a:t>sp</a:t>
            </a:r>
            <a:r>
              <a:rPr lang="en-US" altLang="en-US" sz="1400" dirty="0">
                <a:solidFill>
                  <a:schemeClr val="bg1"/>
                </a:solidFill>
              </a:rPr>
              <a:t>/800/218/final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0" i="0" u="none" strike="noStrike" cap="none" normalizeH="0" baseline="0" dirty="0">
              <a:ln>
                <a:noFill/>
              </a:ln>
              <a:solidFill>
                <a:schemeClr val="bg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800" dirty="0">
              <a:solidFill>
                <a:schemeClr val="bg1"/>
              </a:solidFill>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bg1"/>
              </a:solidFill>
              <a:effectLst/>
              <a:latin typeface="Arial" panose="020B0604020202020204" pitchFamily="34" charset="0"/>
            </a:endParaRPr>
          </a:p>
        </p:txBody>
      </p:sp>
    </p:spTree>
    <p:custDataLst>
      <p:tags r:id="rId1"/>
    </p:custData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COUNT" val="14"/>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Vapor Trail">
  <a:themeElements>
    <a:clrScheme name="Vapor Trail">
      <a:dk1>
        <a:srgbClr val="000000"/>
      </a:dk1>
      <a:lt1>
        <a:srgbClr val="FFFFFF"/>
      </a:lt1>
      <a:dk2>
        <a:srgbClr val="454545"/>
      </a:dk2>
      <a:lt2>
        <a:srgbClr val="DADADA"/>
      </a:lt2>
      <a:accent1>
        <a:srgbClr val="DF2E28"/>
      </a:accent1>
      <a:accent2>
        <a:srgbClr val="FE801A"/>
      </a:accent2>
      <a:accent3>
        <a:srgbClr val="E9BF35"/>
      </a:accent3>
      <a:accent4>
        <a:srgbClr val="81BB42"/>
      </a:accent4>
      <a:accent5>
        <a:srgbClr val="32C7A9"/>
      </a:accent5>
      <a:accent6>
        <a:srgbClr val="4A9BDC"/>
      </a:accent6>
      <a:hlink>
        <a:srgbClr val="F0532B"/>
      </a:hlink>
      <a:folHlink>
        <a:srgbClr val="F38B53"/>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19267F6D1A260A4394C18F5AF72445EA" ma:contentTypeVersion="3" ma:contentTypeDescription="Create a new document." ma:contentTypeScope="" ma:versionID="d6a723735a0ade9a92961b83aee31dda">
  <xsd:schema xmlns:xsd="http://www.w3.org/2001/XMLSchema" xmlns:xs="http://www.w3.org/2001/XMLSchema" xmlns:p="http://schemas.microsoft.com/office/2006/metadata/properties" targetNamespace="http://schemas.microsoft.com/office/2006/metadata/properties" ma:root="true" ma:fieldsID="e345bd7673956a623930e5662e321f3a">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4"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F398236C-7FA9-40C9-B456-AA158A506A32}">
  <ds:schemaRefs>
    <ds:schemaRef ds:uri="http://schemas.microsoft.com/sharepoint/v3/contenttype/forms"/>
  </ds:schemaRefs>
</ds:datastoreItem>
</file>

<file path=customXml/itemProps2.xml><?xml version="1.0" encoding="utf-8"?>
<ds:datastoreItem xmlns:ds="http://schemas.openxmlformats.org/officeDocument/2006/customXml" ds:itemID="{3DB4D054-FC38-43E0-B24C-8E3420B75B8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customXml/itemProps3.xml><?xml version="1.0" encoding="utf-8"?>
<ds:datastoreItem xmlns:ds="http://schemas.openxmlformats.org/officeDocument/2006/customXml" ds:itemID="{3E9B35DD-16B6-4415-A905-CDACA4FC6DBE}">
  <ds:schemaRefs>
    <ds:schemaRef ds:uri="http://schemas.openxmlformats.org/package/2006/metadata/core-properties"/>
    <ds:schemaRef ds:uri="http://www.w3.org/XML/1998/namespace"/>
    <ds:schemaRef ds:uri="http://schemas.microsoft.com/office/2006/documentManagement/types"/>
    <ds:schemaRef ds:uri="http://purl.org/dc/elements/1.1/"/>
    <ds:schemaRef ds:uri="http://purl.org/dc/dcmitype/"/>
    <ds:schemaRef ds:uri="http://schemas.microsoft.com/office/2006/metadata/properties"/>
    <ds:schemaRef ds:uri="http://schemas.microsoft.com/office/infopath/2007/PartnerControls"/>
    <ds:schemaRef ds:uri="http://purl.org/dc/terms/"/>
  </ds:schemaRefs>
</ds:datastoreItem>
</file>

<file path=docProps/app.xml><?xml version="1.0" encoding="utf-8"?>
<Properties xmlns="http://schemas.openxmlformats.org/officeDocument/2006/extended-properties" xmlns:vt="http://schemas.openxmlformats.org/officeDocument/2006/docPropsVTypes">
  <TotalTime>155</TotalTime>
  <Words>668</Words>
  <Application>Microsoft Macintosh PowerPoint</Application>
  <PresentationFormat>Widescreen</PresentationFormat>
  <Paragraphs>107</Paragraphs>
  <Slides>18</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Century Gothic</vt:lpstr>
      <vt:lpstr>Vapor Trail</vt:lpstr>
      <vt:lpstr>Green Pace</vt:lpstr>
      <vt:lpstr>OVERVIEW: DEFENSE IN DEPTH</vt:lpstr>
      <vt:lpstr>THREATS MATRIX</vt:lpstr>
      <vt:lpstr>10 PRINCIPLES</vt:lpstr>
      <vt:lpstr>CODING STANDARDS</vt:lpstr>
      <vt:lpstr>ENCRYPTION POLICIES</vt:lpstr>
      <vt:lpstr>TRIPLE-A POLICIES</vt:lpstr>
      <vt:lpstr>Unit Testing</vt:lpstr>
      <vt:lpstr>Unit test 1</vt:lpstr>
      <vt:lpstr>Unit test 2</vt:lpstr>
      <vt:lpstr>Unit test 3</vt:lpstr>
      <vt:lpstr>Unit test 4</vt:lpstr>
      <vt:lpstr>AUTOMATION SUMMARY</vt:lpstr>
      <vt:lpstr>TOOLS</vt:lpstr>
      <vt:lpstr>RISKS AND BENEFITS</vt:lpstr>
      <vt:lpstr>RECOMMENDATIONS</vt:lpstr>
      <vt:lpstr>CONCLUSIONS</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 405 Project Two Presentation Template</dc:title>
  <dc:creator>Kathy Shields</dc:creator>
  <cp:lastModifiedBy>Aviles, Juan</cp:lastModifiedBy>
  <cp:revision>6</cp:revision>
  <dcterms:created xsi:type="dcterms:W3CDTF">2020-08-19T17:59:24Z</dcterms:created>
  <dcterms:modified xsi:type="dcterms:W3CDTF">2026-04-20T05:36:59Z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DA78308B-55B0-44AB-B406-C6A80F5E53EB</vt:lpwstr>
  </property>
  <property fmtid="{D5CDD505-2E9C-101B-9397-08002B2CF9AE}" pid="3" name="ArticulatePath">
    <vt:lpwstr>CS 405 P2 Presentation Template</vt:lpwstr>
  </property>
  <property fmtid="{D5CDD505-2E9C-101B-9397-08002B2CF9AE}" pid="4" name="ContentTypeId">
    <vt:lpwstr>0x01010019267F6D1A260A4394C18F5AF72445EA</vt:lpwstr>
  </property>
</Properties>
</file>